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6" r:id="rId6"/>
    <p:sldId id="267" r:id="rId7"/>
    <p:sldId id="268" r:id="rId8"/>
    <p:sldId id="270" r:id="rId9"/>
    <p:sldId id="269" r:id="rId10"/>
    <p:sldId id="272" r:id="rId11"/>
    <p:sldId id="271" r:id="rId12"/>
    <p:sldId id="274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34B6CE-279D-424A-856D-A4B482C07B95}">
          <p14:sldIdLst/>
        </p14:section>
        <p14:section name="Untitled Section" id="{F0461503-42DE-40AB-B99D-237547D23A67}">
          <p14:sldIdLst>
            <p14:sldId id="256"/>
            <p14:sldId id="258"/>
            <p14:sldId id="259"/>
            <p14:sldId id="260"/>
            <p14:sldId id="266"/>
            <p14:sldId id="267"/>
            <p14:sldId id="268"/>
            <p14:sldId id="270"/>
            <p14:sldId id="269"/>
            <p14:sldId id="272"/>
            <p14:sldId id="271"/>
            <p14:sldId id="274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1031" autoAdjust="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0240A1-094D-4E06-9E05-7F1ED2C8E3AE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F08C3D-D15E-4FA6-A260-882F339E03EC}">
      <dgm:prSet custT="1"/>
      <dgm:spPr/>
      <dgm:t>
        <a:bodyPr/>
        <a:lstStyle/>
        <a:p>
          <a:r>
            <a:rPr lang="en-US" sz="3600" dirty="0"/>
            <a:t>Agenda</a:t>
          </a:r>
        </a:p>
      </dgm:t>
    </dgm:pt>
    <dgm:pt modelId="{43CC92B2-777D-4BD2-95E3-284418E3F2C2}" type="parTrans" cxnId="{449159BF-53EE-41C0-990F-9E88847949F1}">
      <dgm:prSet/>
      <dgm:spPr/>
      <dgm:t>
        <a:bodyPr/>
        <a:lstStyle/>
        <a:p>
          <a:endParaRPr lang="en-US"/>
        </a:p>
      </dgm:t>
    </dgm:pt>
    <dgm:pt modelId="{09D8FE51-1F82-4DEE-A066-92678F1FD431}" type="sibTrans" cxnId="{449159BF-53EE-41C0-990F-9E88847949F1}">
      <dgm:prSet/>
      <dgm:spPr/>
      <dgm:t>
        <a:bodyPr/>
        <a:lstStyle/>
        <a:p>
          <a:endParaRPr lang="en-US"/>
        </a:p>
      </dgm:t>
    </dgm:pt>
    <dgm:pt modelId="{7FF2EF2C-1082-4728-B651-0417E76BD3C9}" type="pres">
      <dgm:prSet presAssocID="{2D0240A1-094D-4E06-9E05-7F1ED2C8E3AE}" presName="Name0" presStyleCnt="0">
        <dgm:presLayoutVars>
          <dgm:dir/>
          <dgm:animLvl val="lvl"/>
          <dgm:resizeHandles val="exact"/>
        </dgm:presLayoutVars>
      </dgm:prSet>
      <dgm:spPr/>
    </dgm:pt>
    <dgm:pt modelId="{50257348-0EBA-41D9-98A3-C2EA43996BE8}" type="pres">
      <dgm:prSet presAssocID="{2D0240A1-094D-4E06-9E05-7F1ED2C8E3AE}" presName="dummy" presStyleCnt="0"/>
      <dgm:spPr/>
    </dgm:pt>
    <dgm:pt modelId="{E363BA7F-B97E-42EA-A918-0F2942B1657D}" type="pres">
      <dgm:prSet presAssocID="{2D0240A1-094D-4E06-9E05-7F1ED2C8E3AE}" presName="linH" presStyleCnt="0"/>
      <dgm:spPr/>
    </dgm:pt>
    <dgm:pt modelId="{556CD0CD-2737-4C12-9EC8-D7C2666B9F84}" type="pres">
      <dgm:prSet presAssocID="{2D0240A1-094D-4E06-9E05-7F1ED2C8E3AE}" presName="padding1" presStyleCnt="0"/>
      <dgm:spPr/>
    </dgm:pt>
    <dgm:pt modelId="{1D82D6D1-B474-47A1-BCB2-B69969C50B56}" type="pres">
      <dgm:prSet presAssocID="{04F08C3D-D15E-4FA6-A260-882F339E03EC}" presName="linV" presStyleCnt="0"/>
      <dgm:spPr/>
    </dgm:pt>
    <dgm:pt modelId="{0D515776-E9D9-474E-9C7D-FE6C3CD93776}" type="pres">
      <dgm:prSet presAssocID="{04F08C3D-D15E-4FA6-A260-882F339E03EC}" presName="spVertical1" presStyleCnt="0"/>
      <dgm:spPr/>
    </dgm:pt>
    <dgm:pt modelId="{F41B8ED5-C79A-481D-AC86-ABC00F499D74}" type="pres">
      <dgm:prSet presAssocID="{04F08C3D-D15E-4FA6-A260-882F339E03EC}" presName="parTx" presStyleLbl="revTx" presStyleIdx="0" presStyleCnt="1" custScaleX="61232">
        <dgm:presLayoutVars>
          <dgm:chMax val="0"/>
          <dgm:chPref val="0"/>
          <dgm:bulletEnabled val="1"/>
        </dgm:presLayoutVars>
      </dgm:prSet>
      <dgm:spPr/>
    </dgm:pt>
    <dgm:pt modelId="{75BB5003-BC86-4F9A-9F89-3F34A1DE310D}" type="pres">
      <dgm:prSet presAssocID="{04F08C3D-D15E-4FA6-A260-882F339E03EC}" presName="spVertical2" presStyleCnt="0"/>
      <dgm:spPr/>
    </dgm:pt>
    <dgm:pt modelId="{A353DF0B-1CF4-4C71-BC26-2009BE29B151}" type="pres">
      <dgm:prSet presAssocID="{04F08C3D-D15E-4FA6-A260-882F339E03EC}" presName="spVertical3" presStyleCnt="0"/>
      <dgm:spPr/>
    </dgm:pt>
    <dgm:pt modelId="{8AD73766-C292-416F-9798-2A732C0C3785}" type="pres">
      <dgm:prSet presAssocID="{2D0240A1-094D-4E06-9E05-7F1ED2C8E3AE}" presName="padding2" presStyleCnt="0"/>
      <dgm:spPr/>
    </dgm:pt>
    <dgm:pt modelId="{D1405EC2-6E8D-4D9A-B9FD-D998D402DBEC}" type="pres">
      <dgm:prSet presAssocID="{2D0240A1-094D-4E06-9E05-7F1ED2C8E3AE}" presName="negArrow" presStyleCnt="0"/>
      <dgm:spPr/>
    </dgm:pt>
    <dgm:pt modelId="{50CCB5E1-16B8-45DB-8E36-1E0046DBE5F9}" type="pres">
      <dgm:prSet presAssocID="{2D0240A1-094D-4E06-9E05-7F1ED2C8E3AE}" presName="backgroundArrow" presStyleLbl="node1" presStyleIdx="0" presStyleCnt="1" custScaleY="361884"/>
      <dgm:spPr/>
    </dgm:pt>
  </dgm:ptLst>
  <dgm:cxnLst>
    <dgm:cxn modelId="{21685A2A-D5EC-4DB4-8928-7ED2167EB35D}" type="presOf" srcId="{04F08C3D-D15E-4FA6-A260-882F339E03EC}" destId="{F41B8ED5-C79A-481D-AC86-ABC00F499D74}" srcOrd="0" destOrd="0" presId="urn:microsoft.com/office/officeart/2005/8/layout/hProcess3"/>
    <dgm:cxn modelId="{A8E6698A-A522-408D-891C-8CCAA045359F}" type="presOf" srcId="{2D0240A1-094D-4E06-9E05-7F1ED2C8E3AE}" destId="{7FF2EF2C-1082-4728-B651-0417E76BD3C9}" srcOrd="0" destOrd="0" presId="urn:microsoft.com/office/officeart/2005/8/layout/hProcess3"/>
    <dgm:cxn modelId="{449159BF-53EE-41C0-990F-9E88847949F1}" srcId="{2D0240A1-094D-4E06-9E05-7F1ED2C8E3AE}" destId="{04F08C3D-D15E-4FA6-A260-882F339E03EC}" srcOrd="0" destOrd="0" parTransId="{43CC92B2-777D-4BD2-95E3-284418E3F2C2}" sibTransId="{09D8FE51-1F82-4DEE-A066-92678F1FD431}"/>
    <dgm:cxn modelId="{6B005E09-E28C-419D-9C6C-3384774C68EF}" type="presParOf" srcId="{7FF2EF2C-1082-4728-B651-0417E76BD3C9}" destId="{50257348-0EBA-41D9-98A3-C2EA43996BE8}" srcOrd="0" destOrd="0" presId="urn:microsoft.com/office/officeart/2005/8/layout/hProcess3"/>
    <dgm:cxn modelId="{B80B5688-7E90-49F7-85BD-BC5D0A011B76}" type="presParOf" srcId="{7FF2EF2C-1082-4728-B651-0417E76BD3C9}" destId="{E363BA7F-B97E-42EA-A918-0F2942B1657D}" srcOrd="1" destOrd="0" presId="urn:microsoft.com/office/officeart/2005/8/layout/hProcess3"/>
    <dgm:cxn modelId="{6B8C74E7-D294-49A6-9CBB-4BFFCC003167}" type="presParOf" srcId="{E363BA7F-B97E-42EA-A918-0F2942B1657D}" destId="{556CD0CD-2737-4C12-9EC8-D7C2666B9F84}" srcOrd="0" destOrd="0" presId="urn:microsoft.com/office/officeart/2005/8/layout/hProcess3"/>
    <dgm:cxn modelId="{BBC0584F-D462-4CDB-803F-6336A110FCD4}" type="presParOf" srcId="{E363BA7F-B97E-42EA-A918-0F2942B1657D}" destId="{1D82D6D1-B474-47A1-BCB2-B69969C50B56}" srcOrd="1" destOrd="0" presId="urn:microsoft.com/office/officeart/2005/8/layout/hProcess3"/>
    <dgm:cxn modelId="{839566B3-DEDB-4822-9612-245076F9EB4A}" type="presParOf" srcId="{1D82D6D1-B474-47A1-BCB2-B69969C50B56}" destId="{0D515776-E9D9-474E-9C7D-FE6C3CD93776}" srcOrd="0" destOrd="0" presId="urn:microsoft.com/office/officeart/2005/8/layout/hProcess3"/>
    <dgm:cxn modelId="{ABDB2DB0-B77E-4DE0-81B4-129D8A888901}" type="presParOf" srcId="{1D82D6D1-B474-47A1-BCB2-B69969C50B56}" destId="{F41B8ED5-C79A-481D-AC86-ABC00F499D74}" srcOrd="1" destOrd="0" presId="urn:microsoft.com/office/officeart/2005/8/layout/hProcess3"/>
    <dgm:cxn modelId="{4C7B5EDD-EA13-4D9B-8281-E9D0CE673DCC}" type="presParOf" srcId="{1D82D6D1-B474-47A1-BCB2-B69969C50B56}" destId="{75BB5003-BC86-4F9A-9F89-3F34A1DE310D}" srcOrd="2" destOrd="0" presId="urn:microsoft.com/office/officeart/2005/8/layout/hProcess3"/>
    <dgm:cxn modelId="{16F60777-8D93-4442-8FB4-04570CEEC799}" type="presParOf" srcId="{1D82D6D1-B474-47A1-BCB2-B69969C50B56}" destId="{A353DF0B-1CF4-4C71-BC26-2009BE29B151}" srcOrd="3" destOrd="0" presId="urn:microsoft.com/office/officeart/2005/8/layout/hProcess3"/>
    <dgm:cxn modelId="{9609CA19-2B3A-4FBE-8418-355F1A7A4437}" type="presParOf" srcId="{E363BA7F-B97E-42EA-A918-0F2942B1657D}" destId="{8AD73766-C292-416F-9798-2A732C0C3785}" srcOrd="2" destOrd="0" presId="urn:microsoft.com/office/officeart/2005/8/layout/hProcess3"/>
    <dgm:cxn modelId="{719374A6-4E39-4820-8DCB-79E2900817AC}" type="presParOf" srcId="{E363BA7F-B97E-42EA-A918-0F2942B1657D}" destId="{D1405EC2-6E8D-4D9A-B9FD-D998D402DBEC}" srcOrd="3" destOrd="0" presId="urn:microsoft.com/office/officeart/2005/8/layout/hProcess3"/>
    <dgm:cxn modelId="{DB7A766D-8856-4EB2-A118-5DE13B32CC04}" type="presParOf" srcId="{E363BA7F-B97E-42EA-A918-0F2942B1657D}" destId="{50CCB5E1-16B8-45DB-8E36-1E0046DBE5F9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DC3BCC-A232-4055-AFAD-72A0253C596B}" type="doc">
      <dgm:prSet loTypeId="urn:microsoft.com/office/officeart/2005/8/layout/vList3" loCatId="list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784792-E0AD-45D9-8025-80399A0C75F4}">
      <dgm:prSet/>
      <dgm:spPr/>
      <dgm:t>
        <a:bodyPr/>
        <a:lstStyle/>
        <a:p>
          <a:r>
            <a:rPr lang="en-US" dirty="0"/>
            <a:t>process that we do on data</a:t>
          </a:r>
        </a:p>
      </dgm:t>
    </dgm:pt>
    <dgm:pt modelId="{8FF750CB-4491-4FAE-91D1-853BBDFEDA01}" type="parTrans" cxnId="{52601AE4-A16E-41E2-9BAD-9244ABFE614A}">
      <dgm:prSet/>
      <dgm:spPr/>
      <dgm:t>
        <a:bodyPr/>
        <a:lstStyle/>
        <a:p>
          <a:endParaRPr lang="en-US"/>
        </a:p>
      </dgm:t>
    </dgm:pt>
    <dgm:pt modelId="{A134F92F-C25C-46A5-A730-7003D454877E}" type="sibTrans" cxnId="{52601AE4-A16E-41E2-9BAD-9244ABFE614A}">
      <dgm:prSet/>
      <dgm:spPr/>
      <dgm:t>
        <a:bodyPr/>
        <a:lstStyle/>
        <a:p>
          <a:endParaRPr lang="en-US"/>
        </a:p>
      </dgm:t>
    </dgm:pt>
    <dgm:pt modelId="{D8582ECA-A7C9-46AC-AE62-56719EAC0241}">
      <dgm:prSet/>
      <dgm:spPr/>
      <dgm:t>
        <a:bodyPr/>
        <a:lstStyle/>
        <a:p>
          <a:r>
            <a:rPr lang="en-US" dirty="0"/>
            <a:t>Question’s  we answering</a:t>
          </a:r>
        </a:p>
      </dgm:t>
    </dgm:pt>
    <dgm:pt modelId="{5A74C603-A5D5-4D82-9F21-DC486DAC807A}" type="parTrans" cxnId="{F877A614-95AC-4C30-814F-E6653CE400C8}">
      <dgm:prSet/>
      <dgm:spPr/>
      <dgm:t>
        <a:bodyPr/>
        <a:lstStyle/>
        <a:p>
          <a:endParaRPr lang="en-US"/>
        </a:p>
      </dgm:t>
    </dgm:pt>
    <dgm:pt modelId="{F0F0C5A5-5BAC-48D5-AB76-5A39D6BC606D}" type="sibTrans" cxnId="{F877A614-95AC-4C30-814F-E6653CE400C8}">
      <dgm:prSet/>
      <dgm:spPr/>
      <dgm:t>
        <a:bodyPr/>
        <a:lstStyle/>
        <a:p>
          <a:endParaRPr lang="en-US"/>
        </a:p>
      </dgm:t>
    </dgm:pt>
    <dgm:pt modelId="{0DE5608D-DE5C-4302-B48B-347231480E5D}">
      <dgm:prSet/>
      <dgm:spPr/>
      <dgm:t>
        <a:bodyPr/>
        <a:lstStyle/>
        <a:p>
          <a:r>
            <a:rPr lang="en-US" dirty="0"/>
            <a:t>Participant's role</a:t>
          </a:r>
        </a:p>
      </dgm:t>
    </dgm:pt>
    <dgm:pt modelId="{358FF8B7-BF81-4D29-8708-4051A27C67B3}" type="parTrans" cxnId="{11FFD1C6-0696-4308-80B6-E0E65E8F33B7}">
      <dgm:prSet/>
      <dgm:spPr/>
      <dgm:t>
        <a:bodyPr/>
        <a:lstStyle/>
        <a:p>
          <a:endParaRPr lang="en-US"/>
        </a:p>
      </dgm:t>
    </dgm:pt>
    <dgm:pt modelId="{07CC7F19-5C92-4BF0-B57D-C3A00AD6E5D1}" type="sibTrans" cxnId="{11FFD1C6-0696-4308-80B6-E0E65E8F33B7}">
      <dgm:prSet/>
      <dgm:spPr/>
      <dgm:t>
        <a:bodyPr/>
        <a:lstStyle/>
        <a:p>
          <a:endParaRPr lang="en-US"/>
        </a:p>
      </dgm:t>
    </dgm:pt>
    <dgm:pt modelId="{B5176934-DBC8-4C65-A3C9-EAB870CD153D}" type="pres">
      <dgm:prSet presAssocID="{3BDC3BCC-A232-4055-AFAD-72A0253C596B}" presName="linearFlow" presStyleCnt="0">
        <dgm:presLayoutVars>
          <dgm:dir/>
          <dgm:resizeHandles val="exact"/>
        </dgm:presLayoutVars>
      </dgm:prSet>
      <dgm:spPr/>
    </dgm:pt>
    <dgm:pt modelId="{E6C016DB-9981-49AC-A559-B1100BDE0180}" type="pres">
      <dgm:prSet presAssocID="{9D784792-E0AD-45D9-8025-80399A0C75F4}" presName="composite" presStyleCnt="0"/>
      <dgm:spPr/>
    </dgm:pt>
    <dgm:pt modelId="{08987DF5-7D26-4CF9-AF22-6ED4C74FC74A}" type="pres">
      <dgm:prSet presAssocID="{9D784792-E0AD-45D9-8025-80399A0C75F4}" presName="imgShp" presStyleLbl="fgImgPlace1" presStyleIdx="0" presStyleCnt="3" custLinFactNeighborX="1303" custLinFactNeighborY="-964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  <dgm:pt modelId="{3F2A67C6-C08A-4278-A3BB-BDD71665FE05}" type="pres">
      <dgm:prSet presAssocID="{9D784792-E0AD-45D9-8025-80399A0C75F4}" presName="txShp" presStyleLbl="node1" presStyleIdx="0" presStyleCnt="3">
        <dgm:presLayoutVars>
          <dgm:bulletEnabled val="1"/>
        </dgm:presLayoutVars>
      </dgm:prSet>
      <dgm:spPr/>
    </dgm:pt>
    <dgm:pt modelId="{3D98E8B2-29D9-44F2-8820-894143AD7FD8}" type="pres">
      <dgm:prSet presAssocID="{A134F92F-C25C-46A5-A730-7003D454877E}" presName="spacing" presStyleCnt="0"/>
      <dgm:spPr/>
    </dgm:pt>
    <dgm:pt modelId="{33B39EC1-6264-466E-AF32-0034755A8976}" type="pres">
      <dgm:prSet presAssocID="{D8582ECA-A7C9-46AC-AE62-56719EAC0241}" presName="composite" presStyleCnt="0"/>
      <dgm:spPr/>
    </dgm:pt>
    <dgm:pt modelId="{F2B7327F-B097-4FC8-A18D-ED0A7A3D01E0}" type="pres">
      <dgm:prSet presAssocID="{D8582ECA-A7C9-46AC-AE62-56719EAC0241}" presName="imgShp" presStyleLbl="fgImgPlace1" presStyleIdx="1" presStyleCnt="3" custLinFactY="11152" custLinFactNeighborX="5035" custLinFactNeighborY="10000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 with solid fill"/>
        </a:ext>
      </dgm:extLst>
    </dgm:pt>
    <dgm:pt modelId="{58F9F547-A470-4CB0-9886-CF171D3143E1}" type="pres">
      <dgm:prSet presAssocID="{D8582ECA-A7C9-46AC-AE62-56719EAC0241}" presName="txShp" presStyleLbl="node1" presStyleIdx="1" presStyleCnt="3">
        <dgm:presLayoutVars>
          <dgm:bulletEnabled val="1"/>
        </dgm:presLayoutVars>
      </dgm:prSet>
      <dgm:spPr/>
    </dgm:pt>
    <dgm:pt modelId="{3EFD8A08-B3F0-48CA-9E02-77365638CE07}" type="pres">
      <dgm:prSet presAssocID="{F0F0C5A5-5BAC-48D5-AB76-5A39D6BC606D}" presName="spacing" presStyleCnt="0"/>
      <dgm:spPr/>
    </dgm:pt>
    <dgm:pt modelId="{60EAC140-08CB-48D7-ACE8-5C0F619D1B10}" type="pres">
      <dgm:prSet presAssocID="{0DE5608D-DE5C-4302-B48B-347231480E5D}" presName="composite" presStyleCnt="0"/>
      <dgm:spPr/>
    </dgm:pt>
    <dgm:pt modelId="{CEFFB113-740C-4496-8BB8-23007DBFA3B4}" type="pres">
      <dgm:prSet presAssocID="{0DE5608D-DE5C-4302-B48B-347231480E5D}" presName="imgShp" presStyleLbl="fgImgPlace1" presStyleIdx="2" presStyleCnt="3" custLinFactY="-33623" custLinFactNeighborX="12903" custLinFactNeighborY="-100000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4895B463-00FE-435B-A05F-5C4E519694E1}" type="pres">
      <dgm:prSet presAssocID="{0DE5608D-DE5C-4302-B48B-347231480E5D}" presName="txShp" presStyleLbl="node1" presStyleIdx="2" presStyleCnt="3">
        <dgm:presLayoutVars>
          <dgm:bulletEnabled val="1"/>
        </dgm:presLayoutVars>
      </dgm:prSet>
      <dgm:spPr/>
    </dgm:pt>
  </dgm:ptLst>
  <dgm:cxnLst>
    <dgm:cxn modelId="{F877A614-95AC-4C30-814F-E6653CE400C8}" srcId="{3BDC3BCC-A232-4055-AFAD-72A0253C596B}" destId="{D8582ECA-A7C9-46AC-AE62-56719EAC0241}" srcOrd="1" destOrd="0" parTransId="{5A74C603-A5D5-4D82-9F21-DC486DAC807A}" sibTransId="{F0F0C5A5-5BAC-48D5-AB76-5A39D6BC606D}"/>
    <dgm:cxn modelId="{DC5D4734-A9F2-4B0A-A342-39D7004CD8DA}" type="presOf" srcId="{3BDC3BCC-A232-4055-AFAD-72A0253C596B}" destId="{B5176934-DBC8-4C65-A3C9-EAB870CD153D}" srcOrd="0" destOrd="0" presId="urn:microsoft.com/office/officeart/2005/8/layout/vList3"/>
    <dgm:cxn modelId="{48BA3B4F-25CD-4832-9787-1B6C19232EBA}" type="presOf" srcId="{D8582ECA-A7C9-46AC-AE62-56719EAC0241}" destId="{58F9F547-A470-4CB0-9886-CF171D3143E1}" srcOrd="0" destOrd="0" presId="urn:microsoft.com/office/officeart/2005/8/layout/vList3"/>
    <dgm:cxn modelId="{B1E8E680-2A26-4E86-91A1-B9F5E6413F6C}" type="presOf" srcId="{9D784792-E0AD-45D9-8025-80399A0C75F4}" destId="{3F2A67C6-C08A-4278-A3BB-BDD71665FE05}" srcOrd="0" destOrd="0" presId="urn:microsoft.com/office/officeart/2005/8/layout/vList3"/>
    <dgm:cxn modelId="{11FFD1C6-0696-4308-80B6-E0E65E8F33B7}" srcId="{3BDC3BCC-A232-4055-AFAD-72A0253C596B}" destId="{0DE5608D-DE5C-4302-B48B-347231480E5D}" srcOrd="2" destOrd="0" parTransId="{358FF8B7-BF81-4D29-8708-4051A27C67B3}" sibTransId="{07CC7F19-5C92-4BF0-B57D-C3A00AD6E5D1}"/>
    <dgm:cxn modelId="{AC3F85CB-C363-4FDB-B3FF-BA90D6D55DB4}" type="presOf" srcId="{0DE5608D-DE5C-4302-B48B-347231480E5D}" destId="{4895B463-00FE-435B-A05F-5C4E519694E1}" srcOrd="0" destOrd="0" presId="urn:microsoft.com/office/officeart/2005/8/layout/vList3"/>
    <dgm:cxn modelId="{52601AE4-A16E-41E2-9BAD-9244ABFE614A}" srcId="{3BDC3BCC-A232-4055-AFAD-72A0253C596B}" destId="{9D784792-E0AD-45D9-8025-80399A0C75F4}" srcOrd="0" destOrd="0" parTransId="{8FF750CB-4491-4FAE-91D1-853BBDFEDA01}" sibTransId="{A134F92F-C25C-46A5-A730-7003D454877E}"/>
    <dgm:cxn modelId="{1F6BE009-D1FB-45C2-ABF7-F8620CE10A3A}" type="presParOf" srcId="{B5176934-DBC8-4C65-A3C9-EAB870CD153D}" destId="{E6C016DB-9981-49AC-A559-B1100BDE0180}" srcOrd="0" destOrd="0" presId="urn:microsoft.com/office/officeart/2005/8/layout/vList3"/>
    <dgm:cxn modelId="{94B8733E-B8DD-429A-AB56-B3E4D36D8FEC}" type="presParOf" srcId="{E6C016DB-9981-49AC-A559-B1100BDE0180}" destId="{08987DF5-7D26-4CF9-AF22-6ED4C74FC74A}" srcOrd="0" destOrd="0" presId="urn:microsoft.com/office/officeart/2005/8/layout/vList3"/>
    <dgm:cxn modelId="{9DDBBA17-8D00-49D5-BC71-C1579968B5A1}" type="presParOf" srcId="{E6C016DB-9981-49AC-A559-B1100BDE0180}" destId="{3F2A67C6-C08A-4278-A3BB-BDD71665FE05}" srcOrd="1" destOrd="0" presId="urn:microsoft.com/office/officeart/2005/8/layout/vList3"/>
    <dgm:cxn modelId="{74F385A3-5952-45CE-AE2D-01F6EFB9E04D}" type="presParOf" srcId="{B5176934-DBC8-4C65-A3C9-EAB870CD153D}" destId="{3D98E8B2-29D9-44F2-8820-894143AD7FD8}" srcOrd="1" destOrd="0" presId="urn:microsoft.com/office/officeart/2005/8/layout/vList3"/>
    <dgm:cxn modelId="{CA60537E-4A1C-4A41-BBA0-9934515C3930}" type="presParOf" srcId="{B5176934-DBC8-4C65-A3C9-EAB870CD153D}" destId="{33B39EC1-6264-466E-AF32-0034755A8976}" srcOrd="2" destOrd="0" presId="urn:microsoft.com/office/officeart/2005/8/layout/vList3"/>
    <dgm:cxn modelId="{D10DECFC-7C63-4341-B58C-43F504C02F03}" type="presParOf" srcId="{33B39EC1-6264-466E-AF32-0034755A8976}" destId="{F2B7327F-B097-4FC8-A18D-ED0A7A3D01E0}" srcOrd="0" destOrd="0" presId="urn:microsoft.com/office/officeart/2005/8/layout/vList3"/>
    <dgm:cxn modelId="{B8F7FB26-276F-41CD-B162-B6247B3B8D25}" type="presParOf" srcId="{33B39EC1-6264-466E-AF32-0034755A8976}" destId="{58F9F547-A470-4CB0-9886-CF171D3143E1}" srcOrd="1" destOrd="0" presId="urn:microsoft.com/office/officeart/2005/8/layout/vList3"/>
    <dgm:cxn modelId="{2E0550A3-0152-4E45-A4EE-306C1AF48E09}" type="presParOf" srcId="{B5176934-DBC8-4C65-A3C9-EAB870CD153D}" destId="{3EFD8A08-B3F0-48CA-9E02-77365638CE07}" srcOrd="3" destOrd="0" presId="urn:microsoft.com/office/officeart/2005/8/layout/vList3"/>
    <dgm:cxn modelId="{A08DB6B2-7AAF-49F4-ACC1-543C4FB0C7D5}" type="presParOf" srcId="{B5176934-DBC8-4C65-A3C9-EAB870CD153D}" destId="{60EAC140-08CB-48D7-ACE8-5C0F619D1B10}" srcOrd="4" destOrd="0" presId="urn:microsoft.com/office/officeart/2005/8/layout/vList3"/>
    <dgm:cxn modelId="{C4D545F2-1F9B-4062-B39E-8EBE29CCD96B}" type="presParOf" srcId="{60EAC140-08CB-48D7-ACE8-5C0F619D1B10}" destId="{CEFFB113-740C-4496-8BB8-23007DBFA3B4}" srcOrd="0" destOrd="0" presId="urn:microsoft.com/office/officeart/2005/8/layout/vList3"/>
    <dgm:cxn modelId="{7E036FB4-E8F6-4828-A385-9CDB5E6EE016}" type="presParOf" srcId="{60EAC140-08CB-48D7-ACE8-5C0F619D1B10}" destId="{4895B463-00FE-435B-A05F-5C4E519694E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EC115F-8BD9-420B-B111-0588A8E918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07B5F-DAB3-4EF2-BF15-67399A958EB7}">
      <dgm:prSet/>
      <dgm:spPr/>
      <dgm:t>
        <a:bodyPr/>
        <a:lstStyle/>
        <a:p>
          <a:r>
            <a:rPr lang="en-US" dirty="0"/>
            <a:t>Data cleaning and preparation :  by </a:t>
          </a:r>
          <a:r>
            <a:rPr lang="en-US" dirty="0">
              <a:solidFill>
                <a:schemeClr val="accent5">
                  <a:lumMod val="60000"/>
                  <a:lumOff val="40000"/>
                </a:schemeClr>
              </a:solidFill>
            </a:rPr>
            <a:t>ALI ABD ALHAMID</a:t>
          </a:r>
        </a:p>
      </dgm:t>
    </dgm:pt>
    <dgm:pt modelId="{F8F44F6F-6A81-4C26-B7CA-E291A4557B67}" type="parTrans" cxnId="{BD78D45E-FC71-4800-AACE-0C6F5B35A83B}">
      <dgm:prSet/>
      <dgm:spPr/>
      <dgm:t>
        <a:bodyPr/>
        <a:lstStyle/>
        <a:p>
          <a:endParaRPr lang="en-US"/>
        </a:p>
      </dgm:t>
    </dgm:pt>
    <dgm:pt modelId="{74FB133F-8A08-4CBF-B8B5-EE93D0A9EDD7}" type="sibTrans" cxnId="{BD78D45E-FC71-4800-AACE-0C6F5B35A83B}">
      <dgm:prSet/>
      <dgm:spPr/>
      <dgm:t>
        <a:bodyPr/>
        <a:lstStyle/>
        <a:p>
          <a:endParaRPr lang="en-US"/>
        </a:p>
      </dgm:t>
    </dgm:pt>
    <dgm:pt modelId="{AD6AE49D-8296-424E-9BA5-86CAA96E0CAD}">
      <dgm:prSet custT="1"/>
      <dgm:spPr/>
      <dgm:t>
        <a:bodyPr/>
        <a:lstStyle/>
        <a:p>
          <a:r>
            <a:rPr lang="en-US" sz="2300" kern="1200" dirty="0"/>
            <a:t>Time based sales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MOHAMED WAEL</a:t>
          </a:r>
        </a:p>
      </dgm:t>
    </dgm:pt>
    <dgm:pt modelId="{5BAF70C3-60E1-43E0-A055-0CFB2B288342}" type="parTrans" cxnId="{7FE7BB37-9EBC-43AF-8440-5BB55E33702A}">
      <dgm:prSet/>
      <dgm:spPr/>
      <dgm:t>
        <a:bodyPr/>
        <a:lstStyle/>
        <a:p>
          <a:endParaRPr lang="en-US"/>
        </a:p>
      </dgm:t>
    </dgm:pt>
    <dgm:pt modelId="{2114C487-5F68-47E9-87E5-AA6A3170FA6C}" type="sibTrans" cxnId="{7FE7BB37-9EBC-43AF-8440-5BB55E33702A}">
      <dgm:prSet/>
      <dgm:spPr/>
      <dgm:t>
        <a:bodyPr/>
        <a:lstStyle/>
        <a:p>
          <a:endParaRPr lang="en-US"/>
        </a:p>
      </dgm:t>
    </dgm:pt>
    <dgm:pt modelId="{9600ED33-6084-45E8-BD19-33A20FEEB1C3}">
      <dgm:prSet custT="1"/>
      <dgm:spPr/>
      <dgm:t>
        <a:bodyPr/>
        <a:lstStyle/>
        <a:p>
          <a:r>
            <a:rPr lang="en-US" sz="2100" kern="1200" dirty="0"/>
            <a:t>Customer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MARINA GHATTAS</a:t>
          </a:r>
        </a:p>
      </dgm:t>
    </dgm:pt>
    <dgm:pt modelId="{81507AC5-136B-453C-9B0E-B80D87D067BB}" type="parTrans" cxnId="{24744ABD-1DAE-4222-BE62-08BB1C9B9C02}">
      <dgm:prSet/>
      <dgm:spPr/>
      <dgm:t>
        <a:bodyPr/>
        <a:lstStyle/>
        <a:p>
          <a:endParaRPr lang="en-US"/>
        </a:p>
      </dgm:t>
    </dgm:pt>
    <dgm:pt modelId="{B5A10A36-93ED-4670-A27C-C422F7C677A1}" type="sibTrans" cxnId="{24744ABD-1DAE-4222-BE62-08BB1C9B9C02}">
      <dgm:prSet/>
      <dgm:spPr/>
      <dgm:t>
        <a:bodyPr/>
        <a:lstStyle/>
        <a:p>
          <a:endParaRPr lang="en-US"/>
        </a:p>
      </dgm:t>
    </dgm:pt>
    <dgm:pt modelId="{EB6D4C5C-5B93-4709-BA5F-6619CFC143B3}">
      <dgm:prSet custT="1"/>
      <dgm:spPr/>
      <dgm:t>
        <a:bodyPr/>
        <a:lstStyle/>
        <a:p>
          <a:r>
            <a:rPr lang="en-US" sz="2100" kern="1200" dirty="0"/>
            <a:t>Products and category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MARIANA ATEF</a:t>
          </a:r>
        </a:p>
      </dgm:t>
    </dgm:pt>
    <dgm:pt modelId="{32737F6B-E23B-4BAC-9457-7B50726C2193}" type="parTrans" cxnId="{19D4DDD7-4A18-4EF4-9ECE-CD358912C2FA}">
      <dgm:prSet/>
      <dgm:spPr/>
      <dgm:t>
        <a:bodyPr/>
        <a:lstStyle/>
        <a:p>
          <a:endParaRPr lang="en-US"/>
        </a:p>
      </dgm:t>
    </dgm:pt>
    <dgm:pt modelId="{481C8775-3AA1-4BA0-868F-447D4AB1B85D}" type="sibTrans" cxnId="{19D4DDD7-4A18-4EF4-9ECE-CD358912C2FA}">
      <dgm:prSet/>
      <dgm:spPr/>
      <dgm:t>
        <a:bodyPr/>
        <a:lstStyle/>
        <a:p>
          <a:endParaRPr lang="en-US"/>
        </a:p>
      </dgm:t>
    </dgm:pt>
    <dgm:pt modelId="{4D62F014-FF6B-46D0-B7C8-FCDF4279264E}">
      <dgm:prSet custT="1"/>
      <dgm:spPr/>
      <dgm:t>
        <a:bodyPr/>
        <a:lstStyle/>
        <a:p>
          <a:r>
            <a:rPr lang="en-US" sz="2100" kern="1200" dirty="0"/>
            <a:t>Geographical sales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MARTINA YOUSSRY</a:t>
          </a:r>
        </a:p>
      </dgm:t>
    </dgm:pt>
    <dgm:pt modelId="{A75E8697-A705-46EF-8BE4-3EC4FBBA06C2}" type="parTrans" cxnId="{748AFDB4-439B-4C92-9AA3-F93A2C374DBB}">
      <dgm:prSet/>
      <dgm:spPr/>
      <dgm:t>
        <a:bodyPr/>
        <a:lstStyle/>
        <a:p>
          <a:endParaRPr lang="en-US"/>
        </a:p>
      </dgm:t>
    </dgm:pt>
    <dgm:pt modelId="{A75EDB3F-D69C-4E99-A17C-B69F297EF407}" type="sibTrans" cxnId="{748AFDB4-439B-4C92-9AA3-F93A2C374DBB}">
      <dgm:prSet/>
      <dgm:spPr/>
      <dgm:t>
        <a:bodyPr/>
        <a:lstStyle/>
        <a:p>
          <a:endParaRPr lang="en-US"/>
        </a:p>
      </dgm:t>
    </dgm:pt>
    <dgm:pt modelId="{0A43321F-0783-4817-871B-AAD1741EC586}">
      <dgm:prSet custT="1"/>
      <dgm:spPr/>
      <dgm:t>
        <a:bodyPr/>
        <a:lstStyle/>
        <a:p>
          <a:r>
            <a:rPr lang="en-US" sz="2100" kern="1200" dirty="0"/>
            <a:t>Summary dashboard design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YOUSSEF IBRAHIM</a:t>
          </a:r>
        </a:p>
      </dgm:t>
    </dgm:pt>
    <dgm:pt modelId="{FF579AC3-3E5D-4472-9DF2-D94B81FBA5AE}" type="parTrans" cxnId="{C7F62F63-DC94-4B1E-9CFA-7A2333A5C5A0}">
      <dgm:prSet/>
      <dgm:spPr/>
      <dgm:t>
        <a:bodyPr/>
        <a:lstStyle/>
        <a:p>
          <a:endParaRPr lang="en-US"/>
        </a:p>
      </dgm:t>
    </dgm:pt>
    <dgm:pt modelId="{59734BD9-4FEF-4256-B0E6-0B897388243F}" type="sibTrans" cxnId="{C7F62F63-DC94-4B1E-9CFA-7A2333A5C5A0}">
      <dgm:prSet/>
      <dgm:spPr/>
      <dgm:t>
        <a:bodyPr/>
        <a:lstStyle/>
        <a:p>
          <a:endParaRPr lang="en-US"/>
        </a:p>
      </dgm:t>
    </dgm:pt>
    <dgm:pt modelId="{B3E7D935-FE4A-49BE-B5F9-FE3104FF01F1}" type="pres">
      <dgm:prSet presAssocID="{0CEC115F-8BD9-420B-B111-0588A8E91823}" presName="linear" presStyleCnt="0">
        <dgm:presLayoutVars>
          <dgm:animLvl val="lvl"/>
          <dgm:resizeHandles val="exact"/>
        </dgm:presLayoutVars>
      </dgm:prSet>
      <dgm:spPr/>
    </dgm:pt>
    <dgm:pt modelId="{0AA647A2-FBAA-4CE7-B1ED-E8A65DB7FF19}" type="pres">
      <dgm:prSet presAssocID="{C8E07B5F-DAB3-4EF2-BF15-67399A958EB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1A7E4AA-EC86-4853-97D4-F24F53352646}" type="pres">
      <dgm:prSet presAssocID="{74FB133F-8A08-4CBF-B8B5-EE93D0A9EDD7}" presName="spacer" presStyleCnt="0"/>
      <dgm:spPr/>
    </dgm:pt>
    <dgm:pt modelId="{30A85F52-2B4A-4E5C-8678-8C56B3626100}" type="pres">
      <dgm:prSet presAssocID="{AD6AE49D-8296-424E-9BA5-86CAA96E0CA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13BF95E-3FF0-40FB-A2C6-F17B5945E0F4}" type="pres">
      <dgm:prSet presAssocID="{2114C487-5F68-47E9-87E5-AA6A3170FA6C}" presName="spacer" presStyleCnt="0"/>
      <dgm:spPr/>
    </dgm:pt>
    <dgm:pt modelId="{8C981B5E-2E8C-480B-9153-1C1F82622E64}" type="pres">
      <dgm:prSet presAssocID="{9600ED33-6084-45E8-BD19-33A20FEEB1C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C739368-DFF9-42CF-AE7E-CE0F90A290E9}" type="pres">
      <dgm:prSet presAssocID="{B5A10A36-93ED-4670-A27C-C422F7C677A1}" presName="spacer" presStyleCnt="0"/>
      <dgm:spPr/>
    </dgm:pt>
    <dgm:pt modelId="{2147C359-3BCA-4ECF-830F-DCF7B957B301}" type="pres">
      <dgm:prSet presAssocID="{EB6D4C5C-5B93-4709-BA5F-6619CFC143B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92DF98C-6D14-4D0B-991C-3D23308A9556}" type="pres">
      <dgm:prSet presAssocID="{481C8775-3AA1-4BA0-868F-447D4AB1B85D}" presName="spacer" presStyleCnt="0"/>
      <dgm:spPr/>
    </dgm:pt>
    <dgm:pt modelId="{F839D4BA-2D17-4A4C-8FE9-66F79AE48109}" type="pres">
      <dgm:prSet presAssocID="{4D62F014-FF6B-46D0-B7C8-FCDF4279264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9A55068-5099-462F-8311-A1583B3A585B}" type="pres">
      <dgm:prSet presAssocID="{A75EDB3F-D69C-4E99-A17C-B69F297EF407}" presName="spacer" presStyleCnt="0"/>
      <dgm:spPr/>
    </dgm:pt>
    <dgm:pt modelId="{FD27ED96-658C-47BD-A36D-E51A17271FB9}" type="pres">
      <dgm:prSet presAssocID="{0A43321F-0783-4817-871B-AAD1741EC58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0828200-12B0-4A21-89AE-D90C3194AC5D}" type="presOf" srcId="{4D62F014-FF6B-46D0-B7C8-FCDF4279264E}" destId="{F839D4BA-2D17-4A4C-8FE9-66F79AE48109}" srcOrd="0" destOrd="0" presId="urn:microsoft.com/office/officeart/2005/8/layout/vList2"/>
    <dgm:cxn modelId="{5DE09602-7F24-4941-B0A4-49DAB03A33BE}" type="presOf" srcId="{0CEC115F-8BD9-420B-B111-0588A8E91823}" destId="{B3E7D935-FE4A-49BE-B5F9-FE3104FF01F1}" srcOrd="0" destOrd="0" presId="urn:microsoft.com/office/officeart/2005/8/layout/vList2"/>
    <dgm:cxn modelId="{87B3D706-66A6-4FD7-9007-4394ECBD6C3B}" type="presOf" srcId="{EB6D4C5C-5B93-4709-BA5F-6619CFC143B3}" destId="{2147C359-3BCA-4ECF-830F-DCF7B957B301}" srcOrd="0" destOrd="0" presId="urn:microsoft.com/office/officeart/2005/8/layout/vList2"/>
    <dgm:cxn modelId="{7FE7BB37-9EBC-43AF-8440-5BB55E33702A}" srcId="{0CEC115F-8BD9-420B-B111-0588A8E91823}" destId="{AD6AE49D-8296-424E-9BA5-86CAA96E0CAD}" srcOrd="1" destOrd="0" parTransId="{5BAF70C3-60E1-43E0-A055-0CFB2B288342}" sibTransId="{2114C487-5F68-47E9-87E5-AA6A3170FA6C}"/>
    <dgm:cxn modelId="{BD78D45E-FC71-4800-AACE-0C6F5B35A83B}" srcId="{0CEC115F-8BD9-420B-B111-0588A8E91823}" destId="{C8E07B5F-DAB3-4EF2-BF15-67399A958EB7}" srcOrd="0" destOrd="0" parTransId="{F8F44F6F-6A81-4C26-B7CA-E291A4557B67}" sibTransId="{74FB133F-8A08-4CBF-B8B5-EE93D0A9EDD7}"/>
    <dgm:cxn modelId="{C7F62F63-DC94-4B1E-9CFA-7A2333A5C5A0}" srcId="{0CEC115F-8BD9-420B-B111-0588A8E91823}" destId="{0A43321F-0783-4817-871B-AAD1741EC586}" srcOrd="5" destOrd="0" parTransId="{FF579AC3-3E5D-4472-9DF2-D94B81FBA5AE}" sibTransId="{59734BD9-4FEF-4256-B0E6-0B897388243F}"/>
    <dgm:cxn modelId="{4DA03B6C-EB30-4647-9D35-AA8DE2C6A1FF}" type="presOf" srcId="{C8E07B5F-DAB3-4EF2-BF15-67399A958EB7}" destId="{0AA647A2-FBAA-4CE7-B1ED-E8A65DB7FF19}" srcOrd="0" destOrd="0" presId="urn:microsoft.com/office/officeart/2005/8/layout/vList2"/>
    <dgm:cxn modelId="{232AD951-F013-4762-B71C-7D031EAA0C08}" type="presOf" srcId="{9600ED33-6084-45E8-BD19-33A20FEEB1C3}" destId="{8C981B5E-2E8C-480B-9153-1C1F82622E64}" srcOrd="0" destOrd="0" presId="urn:microsoft.com/office/officeart/2005/8/layout/vList2"/>
    <dgm:cxn modelId="{601CB587-DDA9-403E-9B66-A72944A29F89}" type="presOf" srcId="{AD6AE49D-8296-424E-9BA5-86CAA96E0CAD}" destId="{30A85F52-2B4A-4E5C-8678-8C56B3626100}" srcOrd="0" destOrd="0" presId="urn:microsoft.com/office/officeart/2005/8/layout/vList2"/>
    <dgm:cxn modelId="{748AFDB4-439B-4C92-9AA3-F93A2C374DBB}" srcId="{0CEC115F-8BD9-420B-B111-0588A8E91823}" destId="{4D62F014-FF6B-46D0-B7C8-FCDF4279264E}" srcOrd="4" destOrd="0" parTransId="{A75E8697-A705-46EF-8BE4-3EC4FBBA06C2}" sibTransId="{A75EDB3F-D69C-4E99-A17C-B69F297EF407}"/>
    <dgm:cxn modelId="{24744ABD-1DAE-4222-BE62-08BB1C9B9C02}" srcId="{0CEC115F-8BD9-420B-B111-0588A8E91823}" destId="{9600ED33-6084-45E8-BD19-33A20FEEB1C3}" srcOrd="2" destOrd="0" parTransId="{81507AC5-136B-453C-9B0E-B80D87D067BB}" sibTransId="{B5A10A36-93ED-4670-A27C-C422F7C677A1}"/>
    <dgm:cxn modelId="{19D4DDD7-4A18-4EF4-9ECE-CD358912C2FA}" srcId="{0CEC115F-8BD9-420B-B111-0588A8E91823}" destId="{EB6D4C5C-5B93-4709-BA5F-6619CFC143B3}" srcOrd="3" destOrd="0" parTransId="{32737F6B-E23B-4BAC-9457-7B50726C2193}" sibTransId="{481C8775-3AA1-4BA0-868F-447D4AB1B85D}"/>
    <dgm:cxn modelId="{C4CC4EEE-72D6-4066-9B9C-20FA59EEBF9D}" type="presOf" srcId="{0A43321F-0783-4817-871B-AAD1741EC586}" destId="{FD27ED96-658C-47BD-A36D-E51A17271FB9}" srcOrd="0" destOrd="0" presId="urn:microsoft.com/office/officeart/2005/8/layout/vList2"/>
    <dgm:cxn modelId="{0C2A0C30-211B-4162-AF6D-1BF6DA1CEDC0}" type="presParOf" srcId="{B3E7D935-FE4A-49BE-B5F9-FE3104FF01F1}" destId="{0AA647A2-FBAA-4CE7-B1ED-E8A65DB7FF19}" srcOrd="0" destOrd="0" presId="urn:microsoft.com/office/officeart/2005/8/layout/vList2"/>
    <dgm:cxn modelId="{900C932E-8348-4C33-B712-774461C79E9F}" type="presParOf" srcId="{B3E7D935-FE4A-49BE-B5F9-FE3104FF01F1}" destId="{41A7E4AA-EC86-4853-97D4-F24F53352646}" srcOrd="1" destOrd="0" presId="urn:microsoft.com/office/officeart/2005/8/layout/vList2"/>
    <dgm:cxn modelId="{BC8B100E-F1F4-41E6-8982-C3D12B142607}" type="presParOf" srcId="{B3E7D935-FE4A-49BE-B5F9-FE3104FF01F1}" destId="{30A85F52-2B4A-4E5C-8678-8C56B3626100}" srcOrd="2" destOrd="0" presId="urn:microsoft.com/office/officeart/2005/8/layout/vList2"/>
    <dgm:cxn modelId="{62AC7305-87EE-4FB1-A671-5E3E20259EF3}" type="presParOf" srcId="{B3E7D935-FE4A-49BE-B5F9-FE3104FF01F1}" destId="{413BF95E-3FF0-40FB-A2C6-F17B5945E0F4}" srcOrd="3" destOrd="0" presId="urn:microsoft.com/office/officeart/2005/8/layout/vList2"/>
    <dgm:cxn modelId="{40FFC20E-EE93-46EE-BB9C-E015F6BF6C0A}" type="presParOf" srcId="{B3E7D935-FE4A-49BE-B5F9-FE3104FF01F1}" destId="{8C981B5E-2E8C-480B-9153-1C1F82622E64}" srcOrd="4" destOrd="0" presId="urn:microsoft.com/office/officeart/2005/8/layout/vList2"/>
    <dgm:cxn modelId="{2402C487-CA1D-4BFE-B139-55A1AE16D5C8}" type="presParOf" srcId="{B3E7D935-FE4A-49BE-B5F9-FE3104FF01F1}" destId="{EC739368-DFF9-42CF-AE7E-CE0F90A290E9}" srcOrd="5" destOrd="0" presId="urn:microsoft.com/office/officeart/2005/8/layout/vList2"/>
    <dgm:cxn modelId="{5D14431D-C682-4BE3-8FBB-B0C4A0A11101}" type="presParOf" srcId="{B3E7D935-FE4A-49BE-B5F9-FE3104FF01F1}" destId="{2147C359-3BCA-4ECF-830F-DCF7B957B301}" srcOrd="6" destOrd="0" presId="urn:microsoft.com/office/officeart/2005/8/layout/vList2"/>
    <dgm:cxn modelId="{0BCE97EB-0018-4CF1-B651-8C233C7C5DDD}" type="presParOf" srcId="{B3E7D935-FE4A-49BE-B5F9-FE3104FF01F1}" destId="{F92DF98C-6D14-4D0B-991C-3D23308A9556}" srcOrd="7" destOrd="0" presId="urn:microsoft.com/office/officeart/2005/8/layout/vList2"/>
    <dgm:cxn modelId="{9DEE050A-C40C-4BF3-B318-7A399D3AECF6}" type="presParOf" srcId="{B3E7D935-FE4A-49BE-B5F9-FE3104FF01F1}" destId="{F839D4BA-2D17-4A4C-8FE9-66F79AE48109}" srcOrd="8" destOrd="0" presId="urn:microsoft.com/office/officeart/2005/8/layout/vList2"/>
    <dgm:cxn modelId="{D785A5CF-125E-4246-B7B9-4707000EBDF7}" type="presParOf" srcId="{B3E7D935-FE4A-49BE-B5F9-FE3104FF01F1}" destId="{D9A55068-5099-462F-8311-A1583B3A585B}" srcOrd="9" destOrd="0" presId="urn:microsoft.com/office/officeart/2005/8/layout/vList2"/>
    <dgm:cxn modelId="{66E4BC37-8590-4327-B880-386881ADAA15}" type="presParOf" srcId="{B3E7D935-FE4A-49BE-B5F9-FE3104FF01F1}" destId="{FD27ED96-658C-47BD-A36D-E51A17271FB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80FEC7-D1A0-4B20-83A6-7BBB6A930307}" type="doc">
      <dgm:prSet loTypeId="urn:microsoft.com/office/officeart/2005/8/layout/vList2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A6CB13B8-342D-4ECB-9BE8-84EEF35BCF2F}">
      <dgm:prSet/>
      <dgm:spPr/>
      <dgm:t>
        <a:bodyPr/>
        <a:lstStyle/>
        <a:p>
          <a:r>
            <a:rPr lang="en-US" b="1" i="0" baseline="0" dirty="0"/>
            <a:t>Sales Trends Over Time</a:t>
          </a:r>
          <a:r>
            <a:rPr lang="en-US" b="0" i="0" baseline="0" dirty="0"/>
            <a:t>: Track sales growth by month or quarter.</a:t>
          </a:r>
          <a:endParaRPr lang="en-US" dirty="0"/>
        </a:p>
      </dgm:t>
    </dgm:pt>
    <dgm:pt modelId="{7F5F3BE5-342F-44BF-ABC0-357091F17A61}" type="parTrans" cxnId="{57DE34B4-4F48-4160-B52D-94953D204C27}">
      <dgm:prSet/>
      <dgm:spPr/>
      <dgm:t>
        <a:bodyPr/>
        <a:lstStyle/>
        <a:p>
          <a:endParaRPr lang="en-US"/>
        </a:p>
      </dgm:t>
    </dgm:pt>
    <dgm:pt modelId="{1E78E489-C26F-4DFC-9995-8F824488E557}" type="sibTrans" cxnId="{57DE34B4-4F48-4160-B52D-94953D204C27}">
      <dgm:prSet/>
      <dgm:spPr/>
      <dgm:t>
        <a:bodyPr/>
        <a:lstStyle/>
        <a:p>
          <a:endParaRPr lang="en-US"/>
        </a:p>
      </dgm:t>
    </dgm:pt>
    <dgm:pt modelId="{24DF1539-8A54-4898-B206-7E430395958C}">
      <dgm:prSet/>
      <dgm:spPr/>
      <dgm:t>
        <a:bodyPr/>
        <a:lstStyle/>
        <a:p>
          <a:r>
            <a:rPr lang="en-US" b="1" i="0" baseline="0" dirty="0"/>
            <a:t>Customer Distribution by State</a:t>
          </a:r>
          <a:r>
            <a:rPr lang="en-US" b="0" i="0" baseline="0" dirty="0"/>
            <a:t>: Visualize where our customers are located globally.</a:t>
          </a:r>
          <a:endParaRPr lang="en-US" dirty="0"/>
        </a:p>
      </dgm:t>
    </dgm:pt>
    <dgm:pt modelId="{A63E86D1-B412-4675-9AC4-1104FD9F9F9D}" type="parTrans" cxnId="{D8FC3B42-6192-4CFF-8EB4-4D081B04AB88}">
      <dgm:prSet/>
      <dgm:spPr/>
      <dgm:t>
        <a:bodyPr/>
        <a:lstStyle/>
        <a:p>
          <a:endParaRPr lang="en-US"/>
        </a:p>
      </dgm:t>
    </dgm:pt>
    <dgm:pt modelId="{64162A1F-D2FF-4A9C-A440-CA8B32F8F2CA}" type="sibTrans" cxnId="{D8FC3B42-6192-4CFF-8EB4-4D081B04AB88}">
      <dgm:prSet/>
      <dgm:spPr/>
      <dgm:t>
        <a:bodyPr/>
        <a:lstStyle/>
        <a:p>
          <a:endParaRPr lang="en-US"/>
        </a:p>
      </dgm:t>
    </dgm:pt>
    <dgm:pt modelId="{CE37929B-C4EA-49E0-886B-1C0C3D248580}">
      <dgm:prSet/>
      <dgm:spPr/>
      <dgm:t>
        <a:bodyPr/>
        <a:lstStyle/>
        <a:p>
          <a:r>
            <a:rPr lang="en-US" b="1" i="0" baseline="0" dirty="0"/>
            <a:t>Top Customers by Sales</a:t>
          </a:r>
          <a:r>
            <a:rPr lang="en-US" b="0" i="0" baseline="0" dirty="0"/>
            <a:t>: Highlight the customers driving the highest revenue.</a:t>
          </a:r>
          <a:endParaRPr lang="en-US" dirty="0"/>
        </a:p>
      </dgm:t>
    </dgm:pt>
    <dgm:pt modelId="{9B4B04EF-F7D1-4B6C-BD19-A98792F1D420}" type="parTrans" cxnId="{3E9F1BEB-BAAA-471C-94A4-B1C7172D58AC}">
      <dgm:prSet/>
      <dgm:spPr/>
      <dgm:t>
        <a:bodyPr/>
        <a:lstStyle/>
        <a:p>
          <a:endParaRPr lang="en-US"/>
        </a:p>
      </dgm:t>
    </dgm:pt>
    <dgm:pt modelId="{50EEB4E6-04D1-4C0B-AF4F-8972A870B4DD}" type="sibTrans" cxnId="{3E9F1BEB-BAAA-471C-94A4-B1C7172D58AC}">
      <dgm:prSet/>
      <dgm:spPr/>
      <dgm:t>
        <a:bodyPr/>
        <a:lstStyle/>
        <a:p>
          <a:endParaRPr lang="en-US"/>
        </a:p>
      </dgm:t>
    </dgm:pt>
    <dgm:pt modelId="{8FDEFB87-DC50-4153-A305-C8E6D8A414C3}">
      <dgm:prSet/>
      <dgm:spPr/>
      <dgm:t>
        <a:bodyPr/>
        <a:lstStyle/>
        <a:p>
          <a:r>
            <a:rPr lang="en-US" b="1" i="0" baseline="0" dirty="0"/>
            <a:t> Product Performance </a:t>
          </a:r>
          <a:r>
            <a:rPr lang="en-US" b="0" i="0" baseline="0" dirty="0"/>
            <a:t>: Compare performance across different product categories.</a:t>
          </a:r>
          <a:endParaRPr lang="en-US" dirty="0"/>
        </a:p>
      </dgm:t>
    </dgm:pt>
    <dgm:pt modelId="{B49E0EFB-E2AA-4B51-BE8E-6D513B907DF2}" type="parTrans" cxnId="{E76C6905-46F6-4850-AE72-5A72E095EE67}">
      <dgm:prSet/>
      <dgm:spPr/>
      <dgm:t>
        <a:bodyPr/>
        <a:lstStyle/>
        <a:p>
          <a:endParaRPr lang="en-US"/>
        </a:p>
      </dgm:t>
    </dgm:pt>
    <dgm:pt modelId="{F1E16650-8E1C-4DE0-B69B-CC43F71B4996}" type="sibTrans" cxnId="{E76C6905-46F6-4850-AE72-5A72E095EE67}">
      <dgm:prSet/>
      <dgm:spPr/>
      <dgm:t>
        <a:bodyPr/>
        <a:lstStyle/>
        <a:p>
          <a:endParaRPr lang="en-US"/>
        </a:p>
      </dgm:t>
    </dgm:pt>
    <dgm:pt modelId="{D979B465-813A-464E-B99A-6D3682DE50FF}">
      <dgm:prSet/>
      <dgm:spPr/>
      <dgm:t>
        <a:bodyPr/>
        <a:lstStyle/>
        <a:p>
          <a:r>
            <a:rPr lang="en-US" b="1" i="0" baseline="0"/>
            <a:t>Quarterly Sales Analysis</a:t>
          </a:r>
          <a:r>
            <a:rPr lang="en-US" b="0" i="0" baseline="0"/>
            <a:t>: Spot patterns and growth trends over the years.</a:t>
          </a:r>
          <a:endParaRPr lang="en-US"/>
        </a:p>
      </dgm:t>
    </dgm:pt>
    <dgm:pt modelId="{8B2F7BD6-089E-4641-8674-99A7030DC0A7}" type="parTrans" cxnId="{C62A27D0-1533-4ADC-9AB8-0A6C32020A3B}">
      <dgm:prSet/>
      <dgm:spPr/>
      <dgm:t>
        <a:bodyPr/>
        <a:lstStyle/>
        <a:p>
          <a:endParaRPr lang="en-US"/>
        </a:p>
      </dgm:t>
    </dgm:pt>
    <dgm:pt modelId="{C53C68AE-D3E6-4887-9E4E-61A672537FD7}" type="sibTrans" cxnId="{C62A27D0-1533-4ADC-9AB8-0A6C32020A3B}">
      <dgm:prSet/>
      <dgm:spPr/>
      <dgm:t>
        <a:bodyPr/>
        <a:lstStyle/>
        <a:p>
          <a:endParaRPr lang="en-US"/>
        </a:p>
      </dgm:t>
    </dgm:pt>
    <dgm:pt modelId="{FA3DE400-2F20-40D4-B6A5-5D02F861F57B}">
      <dgm:prSet/>
      <dgm:spPr/>
      <dgm:t>
        <a:bodyPr/>
        <a:lstStyle/>
        <a:p>
          <a:r>
            <a:rPr lang="en-US" b="1" dirty="0"/>
            <a:t>Shipping Analysis </a:t>
          </a:r>
          <a:r>
            <a:rPr lang="en-US" b="0" i="0" baseline="0" dirty="0"/>
            <a:t>: shipping Time Over Month</a:t>
          </a:r>
          <a:endParaRPr lang="en-US" dirty="0"/>
        </a:p>
      </dgm:t>
    </dgm:pt>
    <dgm:pt modelId="{B05BC60D-B5F8-4EFD-8900-F7C24AD80C35}" type="parTrans" cxnId="{86CA40FE-7E28-4F38-B0F8-5B00C61E378A}">
      <dgm:prSet/>
      <dgm:spPr/>
      <dgm:t>
        <a:bodyPr/>
        <a:lstStyle/>
        <a:p>
          <a:endParaRPr lang="en-US"/>
        </a:p>
      </dgm:t>
    </dgm:pt>
    <dgm:pt modelId="{924FB91E-B046-4243-9829-D2E81BF34AB3}" type="sibTrans" cxnId="{86CA40FE-7E28-4F38-B0F8-5B00C61E378A}">
      <dgm:prSet/>
      <dgm:spPr/>
      <dgm:t>
        <a:bodyPr/>
        <a:lstStyle/>
        <a:p>
          <a:endParaRPr lang="en-US"/>
        </a:p>
      </dgm:t>
    </dgm:pt>
    <dgm:pt modelId="{DBD8E42E-5DF3-41F9-8BC8-A2E40FA8B7E8}">
      <dgm:prSet/>
      <dgm:spPr/>
      <dgm:t>
        <a:bodyPr/>
        <a:lstStyle/>
        <a:p>
          <a:r>
            <a:rPr lang="en-US" b="1" dirty="0">
              <a:solidFill>
                <a:schemeClr val="accent2">
                  <a:lumMod val="20000"/>
                  <a:lumOff val="80000"/>
                </a:schemeClr>
              </a:solidFill>
            </a:rPr>
            <a:t>KPIs :</a:t>
          </a:r>
          <a:r>
            <a:rPr lang="en-US" altLang="en-US" b="1" dirty="0">
              <a:solidFill>
                <a:schemeClr val="accent2">
                  <a:lumMod val="20000"/>
                  <a:lumOff val="80000"/>
                </a:schemeClr>
              </a:solidFill>
            </a:rPr>
            <a:t>Total Sales ,Total Quantity , MoM Growth, Trend direction</a:t>
          </a:r>
          <a:endParaRPr lang="en-US" dirty="0"/>
        </a:p>
      </dgm:t>
    </dgm:pt>
    <dgm:pt modelId="{A0792967-EEDB-4E93-BC2E-EEA0B2F74529}" type="parTrans" cxnId="{AA7252BD-1913-4C46-AC30-ADEE56ABD6C1}">
      <dgm:prSet/>
      <dgm:spPr/>
      <dgm:t>
        <a:bodyPr/>
        <a:lstStyle/>
        <a:p>
          <a:endParaRPr lang="en-US"/>
        </a:p>
      </dgm:t>
    </dgm:pt>
    <dgm:pt modelId="{16949D01-5F08-4EA5-90E3-9492884E5DBC}" type="sibTrans" cxnId="{AA7252BD-1913-4C46-AC30-ADEE56ABD6C1}">
      <dgm:prSet/>
      <dgm:spPr/>
      <dgm:t>
        <a:bodyPr/>
        <a:lstStyle/>
        <a:p>
          <a:endParaRPr lang="en-US"/>
        </a:p>
      </dgm:t>
    </dgm:pt>
    <dgm:pt modelId="{96C1FD52-94E0-44D9-BFBB-9BC1E2BCCB3A}" type="pres">
      <dgm:prSet presAssocID="{3080FEC7-D1A0-4B20-83A6-7BBB6A930307}" presName="linear" presStyleCnt="0">
        <dgm:presLayoutVars>
          <dgm:animLvl val="lvl"/>
          <dgm:resizeHandles val="exact"/>
        </dgm:presLayoutVars>
      </dgm:prSet>
      <dgm:spPr/>
    </dgm:pt>
    <dgm:pt modelId="{B44192E5-1DD3-4BB8-B5D2-859A0EC3E246}" type="pres">
      <dgm:prSet presAssocID="{A6CB13B8-342D-4ECB-9BE8-84EEF35BCF2F}" presName="parentText" presStyleLbl="node1" presStyleIdx="0" presStyleCnt="7" custLinFactY="100000" custLinFactNeighborY="113348">
        <dgm:presLayoutVars>
          <dgm:chMax val="0"/>
          <dgm:bulletEnabled val="1"/>
        </dgm:presLayoutVars>
      </dgm:prSet>
      <dgm:spPr/>
    </dgm:pt>
    <dgm:pt modelId="{C0E2675D-CCC9-4540-BD05-6ECAB04B025C}" type="pres">
      <dgm:prSet presAssocID="{1E78E489-C26F-4DFC-9995-8F824488E557}" presName="spacer" presStyleCnt="0"/>
      <dgm:spPr/>
    </dgm:pt>
    <dgm:pt modelId="{55B50DCF-409D-4E97-886F-6FEE4DEC2CC2}" type="pres">
      <dgm:prSet presAssocID="{DBD8E42E-5DF3-41F9-8BC8-A2E40FA8B7E8}" presName="parentText" presStyleLbl="node1" presStyleIdx="1" presStyleCnt="7" custLinFactY="-139783" custLinFactNeighborX="0" custLinFactNeighborY="-200000">
        <dgm:presLayoutVars>
          <dgm:chMax val="0"/>
          <dgm:bulletEnabled val="1"/>
        </dgm:presLayoutVars>
      </dgm:prSet>
      <dgm:spPr/>
    </dgm:pt>
    <dgm:pt modelId="{E991A48A-42CB-46E5-BF6A-8254AD242921}" type="pres">
      <dgm:prSet presAssocID="{16949D01-5F08-4EA5-90E3-9492884E5DBC}" presName="spacer" presStyleCnt="0"/>
      <dgm:spPr/>
    </dgm:pt>
    <dgm:pt modelId="{7FC07A80-3606-4DD2-B15D-5AB1273A1912}" type="pres">
      <dgm:prSet presAssocID="{24DF1539-8A54-4898-B206-7E430395958C}" presName="parentText" presStyleLbl="node1" presStyleIdx="2" presStyleCnt="7" custLinFactNeighborX="638" custLinFactNeighborY="17937">
        <dgm:presLayoutVars>
          <dgm:chMax val="0"/>
          <dgm:bulletEnabled val="1"/>
        </dgm:presLayoutVars>
      </dgm:prSet>
      <dgm:spPr/>
    </dgm:pt>
    <dgm:pt modelId="{D17FBD8B-DDD5-4D8A-8B8D-58D2364C6805}" type="pres">
      <dgm:prSet presAssocID="{64162A1F-D2FF-4A9C-A440-CA8B32F8F2CA}" presName="spacer" presStyleCnt="0"/>
      <dgm:spPr/>
    </dgm:pt>
    <dgm:pt modelId="{C49D4060-4BE7-45DF-986C-F44099E54C5B}" type="pres">
      <dgm:prSet presAssocID="{CE37929B-C4EA-49E0-886B-1C0C3D24858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96E25A3-8567-406F-B70F-5C2FCC543DF7}" type="pres">
      <dgm:prSet presAssocID="{50EEB4E6-04D1-4C0B-AF4F-8972A870B4DD}" presName="spacer" presStyleCnt="0"/>
      <dgm:spPr/>
    </dgm:pt>
    <dgm:pt modelId="{A99359F8-ECB8-413A-936F-A815641E07A4}" type="pres">
      <dgm:prSet presAssocID="{8FDEFB87-DC50-4153-A305-C8E6D8A414C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8C8EA9E-C1DC-4BB0-A92E-FB625A7190E6}" type="pres">
      <dgm:prSet presAssocID="{F1E16650-8E1C-4DE0-B69B-CC43F71B4996}" presName="spacer" presStyleCnt="0"/>
      <dgm:spPr/>
    </dgm:pt>
    <dgm:pt modelId="{44423E93-7FEF-4A2A-A1C0-7521357836FB}" type="pres">
      <dgm:prSet presAssocID="{D979B465-813A-464E-B99A-6D3682DE50F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3F53FF3-141A-4196-B063-959120A59480}" type="pres">
      <dgm:prSet presAssocID="{C53C68AE-D3E6-4887-9E4E-61A672537FD7}" presName="spacer" presStyleCnt="0"/>
      <dgm:spPr/>
    </dgm:pt>
    <dgm:pt modelId="{01E957D6-07FB-47B9-B4D3-2D3C30E2EDDF}" type="pres">
      <dgm:prSet presAssocID="{FA3DE400-2F20-40D4-B6A5-5D02F861F57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76C6905-46F6-4850-AE72-5A72E095EE67}" srcId="{3080FEC7-D1A0-4B20-83A6-7BBB6A930307}" destId="{8FDEFB87-DC50-4153-A305-C8E6D8A414C3}" srcOrd="4" destOrd="0" parTransId="{B49E0EFB-E2AA-4B51-BE8E-6D513B907DF2}" sibTransId="{F1E16650-8E1C-4DE0-B69B-CC43F71B4996}"/>
    <dgm:cxn modelId="{C357F510-A9D5-410D-BDC8-065D04BDE619}" type="presOf" srcId="{3080FEC7-D1A0-4B20-83A6-7BBB6A930307}" destId="{96C1FD52-94E0-44D9-BFBB-9BC1E2BCCB3A}" srcOrd="0" destOrd="0" presId="urn:microsoft.com/office/officeart/2005/8/layout/vList2"/>
    <dgm:cxn modelId="{D8FC3B42-6192-4CFF-8EB4-4D081B04AB88}" srcId="{3080FEC7-D1A0-4B20-83A6-7BBB6A930307}" destId="{24DF1539-8A54-4898-B206-7E430395958C}" srcOrd="2" destOrd="0" parTransId="{A63E86D1-B412-4675-9AC4-1104FD9F9F9D}" sibTransId="{64162A1F-D2FF-4A9C-A440-CA8B32F8F2CA}"/>
    <dgm:cxn modelId="{86E75B44-855D-4FFA-9945-635CB097991F}" type="presOf" srcId="{CE37929B-C4EA-49E0-886B-1C0C3D248580}" destId="{C49D4060-4BE7-45DF-986C-F44099E54C5B}" srcOrd="0" destOrd="0" presId="urn:microsoft.com/office/officeart/2005/8/layout/vList2"/>
    <dgm:cxn modelId="{96D5E584-B463-43F4-85C0-95FCC73BAD38}" type="presOf" srcId="{FA3DE400-2F20-40D4-B6A5-5D02F861F57B}" destId="{01E957D6-07FB-47B9-B4D3-2D3C30E2EDDF}" srcOrd="0" destOrd="0" presId="urn:microsoft.com/office/officeart/2005/8/layout/vList2"/>
    <dgm:cxn modelId="{B6E45C98-726B-444A-9E20-D48BFE65D556}" type="presOf" srcId="{D979B465-813A-464E-B99A-6D3682DE50FF}" destId="{44423E93-7FEF-4A2A-A1C0-7521357836FB}" srcOrd="0" destOrd="0" presId="urn:microsoft.com/office/officeart/2005/8/layout/vList2"/>
    <dgm:cxn modelId="{1ED9EC99-DD43-4C64-9135-6513EC5E3E85}" type="presOf" srcId="{8FDEFB87-DC50-4153-A305-C8E6D8A414C3}" destId="{A99359F8-ECB8-413A-936F-A815641E07A4}" srcOrd="0" destOrd="0" presId="urn:microsoft.com/office/officeart/2005/8/layout/vList2"/>
    <dgm:cxn modelId="{57DE34B4-4F48-4160-B52D-94953D204C27}" srcId="{3080FEC7-D1A0-4B20-83A6-7BBB6A930307}" destId="{A6CB13B8-342D-4ECB-9BE8-84EEF35BCF2F}" srcOrd="0" destOrd="0" parTransId="{7F5F3BE5-342F-44BF-ABC0-357091F17A61}" sibTransId="{1E78E489-C26F-4DFC-9995-8F824488E557}"/>
    <dgm:cxn modelId="{AA7252BD-1913-4C46-AC30-ADEE56ABD6C1}" srcId="{3080FEC7-D1A0-4B20-83A6-7BBB6A930307}" destId="{DBD8E42E-5DF3-41F9-8BC8-A2E40FA8B7E8}" srcOrd="1" destOrd="0" parTransId="{A0792967-EEDB-4E93-BC2E-EEA0B2F74529}" sibTransId="{16949D01-5F08-4EA5-90E3-9492884E5DBC}"/>
    <dgm:cxn modelId="{C62A27D0-1533-4ADC-9AB8-0A6C32020A3B}" srcId="{3080FEC7-D1A0-4B20-83A6-7BBB6A930307}" destId="{D979B465-813A-464E-B99A-6D3682DE50FF}" srcOrd="5" destOrd="0" parTransId="{8B2F7BD6-089E-4641-8674-99A7030DC0A7}" sibTransId="{C53C68AE-D3E6-4887-9E4E-61A672537FD7}"/>
    <dgm:cxn modelId="{9CBC29DE-614A-4C95-90BE-1A50F11178F1}" type="presOf" srcId="{24DF1539-8A54-4898-B206-7E430395958C}" destId="{7FC07A80-3606-4DD2-B15D-5AB1273A1912}" srcOrd="0" destOrd="0" presId="urn:microsoft.com/office/officeart/2005/8/layout/vList2"/>
    <dgm:cxn modelId="{60E0F0E3-C98D-486B-BCFE-3784C730454B}" type="presOf" srcId="{A6CB13B8-342D-4ECB-9BE8-84EEF35BCF2F}" destId="{B44192E5-1DD3-4BB8-B5D2-859A0EC3E246}" srcOrd="0" destOrd="0" presId="urn:microsoft.com/office/officeart/2005/8/layout/vList2"/>
    <dgm:cxn modelId="{3E9F1BEB-BAAA-471C-94A4-B1C7172D58AC}" srcId="{3080FEC7-D1A0-4B20-83A6-7BBB6A930307}" destId="{CE37929B-C4EA-49E0-886B-1C0C3D248580}" srcOrd="3" destOrd="0" parTransId="{9B4B04EF-F7D1-4B6C-BD19-A98792F1D420}" sibTransId="{50EEB4E6-04D1-4C0B-AF4F-8972A870B4DD}"/>
    <dgm:cxn modelId="{08A34AF2-3AEF-4543-B07A-74A08889118C}" type="presOf" srcId="{DBD8E42E-5DF3-41F9-8BC8-A2E40FA8B7E8}" destId="{55B50DCF-409D-4E97-886F-6FEE4DEC2CC2}" srcOrd="0" destOrd="0" presId="urn:microsoft.com/office/officeart/2005/8/layout/vList2"/>
    <dgm:cxn modelId="{86CA40FE-7E28-4F38-B0F8-5B00C61E378A}" srcId="{3080FEC7-D1A0-4B20-83A6-7BBB6A930307}" destId="{FA3DE400-2F20-40D4-B6A5-5D02F861F57B}" srcOrd="6" destOrd="0" parTransId="{B05BC60D-B5F8-4EFD-8900-F7C24AD80C35}" sibTransId="{924FB91E-B046-4243-9829-D2E81BF34AB3}"/>
    <dgm:cxn modelId="{44AF5B45-F19A-4302-9F74-5FD6BB7E1B19}" type="presParOf" srcId="{96C1FD52-94E0-44D9-BFBB-9BC1E2BCCB3A}" destId="{B44192E5-1DD3-4BB8-B5D2-859A0EC3E246}" srcOrd="0" destOrd="0" presId="urn:microsoft.com/office/officeart/2005/8/layout/vList2"/>
    <dgm:cxn modelId="{C4C89962-FC35-4898-8D62-E58C218F6173}" type="presParOf" srcId="{96C1FD52-94E0-44D9-BFBB-9BC1E2BCCB3A}" destId="{C0E2675D-CCC9-4540-BD05-6ECAB04B025C}" srcOrd="1" destOrd="0" presId="urn:microsoft.com/office/officeart/2005/8/layout/vList2"/>
    <dgm:cxn modelId="{293DE145-4380-42E8-BCD8-63DE767895FF}" type="presParOf" srcId="{96C1FD52-94E0-44D9-BFBB-9BC1E2BCCB3A}" destId="{55B50DCF-409D-4E97-886F-6FEE4DEC2CC2}" srcOrd="2" destOrd="0" presId="urn:microsoft.com/office/officeart/2005/8/layout/vList2"/>
    <dgm:cxn modelId="{DFB58759-6911-4034-A66F-23744A791EFD}" type="presParOf" srcId="{96C1FD52-94E0-44D9-BFBB-9BC1E2BCCB3A}" destId="{E991A48A-42CB-46E5-BF6A-8254AD242921}" srcOrd="3" destOrd="0" presId="urn:microsoft.com/office/officeart/2005/8/layout/vList2"/>
    <dgm:cxn modelId="{7AEAC2ED-46AD-4BCD-89CC-969C44BCF04E}" type="presParOf" srcId="{96C1FD52-94E0-44D9-BFBB-9BC1E2BCCB3A}" destId="{7FC07A80-3606-4DD2-B15D-5AB1273A1912}" srcOrd="4" destOrd="0" presId="urn:microsoft.com/office/officeart/2005/8/layout/vList2"/>
    <dgm:cxn modelId="{10B9337A-0DA9-44B1-87CB-273A33CACCEB}" type="presParOf" srcId="{96C1FD52-94E0-44D9-BFBB-9BC1E2BCCB3A}" destId="{D17FBD8B-DDD5-4D8A-8B8D-58D2364C6805}" srcOrd="5" destOrd="0" presId="urn:microsoft.com/office/officeart/2005/8/layout/vList2"/>
    <dgm:cxn modelId="{6E99CB66-8DF6-476E-A7BD-78182AC320FF}" type="presParOf" srcId="{96C1FD52-94E0-44D9-BFBB-9BC1E2BCCB3A}" destId="{C49D4060-4BE7-45DF-986C-F44099E54C5B}" srcOrd="6" destOrd="0" presId="urn:microsoft.com/office/officeart/2005/8/layout/vList2"/>
    <dgm:cxn modelId="{CCAF930F-E47E-4B6D-B360-05366E5B47FF}" type="presParOf" srcId="{96C1FD52-94E0-44D9-BFBB-9BC1E2BCCB3A}" destId="{796E25A3-8567-406F-B70F-5C2FCC543DF7}" srcOrd="7" destOrd="0" presId="urn:microsoft.com/office/officeart/2005/8/layout/vList2"/>
    <dgm:cxn modelId="{73B7376F-E12D-4406-A46E-287E660261F5}" type="presParOf" srcId="{96C1FD52-94E0-44D9-BFBB-9BC1E2BCCB3A}" destId="{A99359F8-ECB8-413A-936F-A815641E07A4}" srcOrd="8" destOrd="0" presId="urn:microsoft.com/office/officeart/2005/8/layout/vList2"/>
    <dgm:cxn modelId="{0CA057A1-347C-4DD8-B7EA-F427171DA591}" type="presParOf" srcId="{96C1FD52-94E0-44D9-BFBB-9BC1E2BCCB3A}" destId="{E8C8EA9E-C1DC-4BB0-A92E-FB625A7190E6}" srcOrd="9" destOrd="0" presId="urn:microsoft.com/office/officeart/2005/8/layout/vList2"/>
    <dgm:cxn modelId="{2D019511-223A-4946-9380-F2A71094B570}" type="presParOf" srcId="{96C1FD52-94E0-44D9-BFBB-9BC1E2BCCB3A}" destId="{44423E93-7FEF-4A2A-A1C0-7521357836FB}" srcOrd="10" destOrd="0" presId="urn:microsoft.com/office/officeart/2005/8/layout/vList2"/>
    <dgm:cxn modelId="{87496A6A-1D8C-4B95-86AB-BFB1BCC48FB9}" type="presParOf" srcId="{96C1FD52-94E0-44D9-BFBB-9BC1E2BCCB3A}" destId="{53F53FF3-141A-4196-B063-959120A59480}" srcOrd="11" destOrd="0" presId="urn:microsoft.com/office/officeart/2005/8/layout/vList2"/>
    <dgm:cxn modelId="{61473841-7C39-44B7-8D73-1ABF8D751E4E}" type="presParOf" srcId="{96C1FD52-94E0-44D9-BFBB-9BC1E2BCCB3A}" destId="{01E957D6-07FB-47B9-B4D3-2D3C30E2EDD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CB5E1-16B8-45DB-8E36-1E0046DBE5F9}">
      <dsp:nvSpPr>
        <dsp:cNvPr id="0" name=""/>
        <dsp:cNvSpPr/>
      </dsp:nvSpPr>
      <dsp:spPr>
        <a:xfrm>
          <a:off x="8903" y="0"/>
          <a:ext cx="3636378" cy="1302781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B8ED5-C79A-481D-AC86-ABC00F499D74}">
      <dsp:nvSpPr>
        <dsp:cNvPr id="0" name=""/>
        <dsp:cNvSpPr/>
      </dsp:nvSpPr>
      <dsp:spPr>
        <a:xfrm>
          <a:off x="887797" y="325450"/>
          <a:ext cx="1848274" cy="650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65760" rIns="0" bIns="3657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Agenda</a:t>
          </a:r>
        </a:p>
      </dsp:txBody>
      <dsp:txXfrm>
        <a:off x="887797" y="325450"/>
        <a:ext cx="1848274" cy="6509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A67C6-C08A-4278-A3BB-BDD71665FE05}">
      <dsp:nvSpPr>
        <dsp:cNvPr id="0" name=""/>
        <dsp:cNvSpPr/>
      </dsp:nvSpPr>
      <dsp:spPr>
        <a:xfrm rot="10800000">
          <a:off x="1809379" y="280"/>
          <a:ext cx="6094373" cy="109732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3888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process that we do on data</a:t>
          </a:r>
        </a:p>
      </dsp:txBody>
      <dsp:txXfrm rot="10800000">
        <a:off x="2083709" y="280"/>
        <a:ext cx="5820043" cy="1097320"/>
      </dsp:txXfrm>
    </dsp:sp>
    <dsp:sp modelId="{08987DF5-7D26-4CF9-AF22-6ED4C74FC74A}">
      <dsp:nvSpPr>
        <dsp:cNvPr id="0" name=""/>
        <dsp:cNvSpPr/>
      </dsp:nvSpPr>
      <dsp:spPr>
        <a:xfrm>
          <a:off x="1275017" y="0"/>
          <a:ext cx="1097320" cy="109732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9F547-A470-4CB0-9886-CF171D3143E1}">
      <dsp:nvSpPr>
        <dsp:cNvPr id="0" name=""/>
        <dsp:cNvSpPr/>
      </dsp:nvSpPr>
      <dsp:spPr>
        <a:xfrm rot="10800000">
          <a:off x="1809379" y="1425158"/>
          <a:ext cx="6094373" cy="109732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3888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Question’s  we answering</a:t>
          </a:r>
        </a:p>
      </dsp:txBody>
      <dsp:txXfrm rot="10800000">
        <a:off x="2083709" y="1425158"/>
        <a:ext cx="5820043" cy="1097320"/>
      </dsp:txXfrm>
    </dsp:sp>
    <dsp:sp modelId="{F2B7327F-B097-4FC8-A18D-ED0A7A3D01E0}">
      <dsp:nvSpPr>
        <dsp:cNvPr id="0" name=""/>
        <dsp:cNvSpPr/>
      </dsp:nvSpPr>
      <dsp:spPr>
        <a:xfrm>
          <a:off x="1315969" y="2644852"/>
          <a:ext cx="1097320" cy="109732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5B463-00FE-435B-A05F-5C4E519694E1}">
      <dsp:nvSpPr>
        <dsp:cNvPr id="0" name=""/>
        <dsp:cNvSpPr/>
      </dsp:nvSpPr>
      <dsp:spPr>
        <a:xfrm rot="10800000">
          <a:off x="1809379" y="2850037"/>
          <a:ext cx="6094373" cy="109732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3888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Participant's role</a:t>
          </a:r>
        </a:p>
      </dsp:txBody>
      <dsp:txXfrm rot="10800000">
        <a:off x="2083709" y="2850037"/>
        <a:ext cx="5820043" cy="1097320"/>
      </dsp:txXfrm>
    </dsp:sp>
    <dsp:sp modelId="{CEFFB113-740C-4496-8BB8-23007DBFA3B4}">
      <dsp:nvSpPr>
        <dsp:cNvPr id="0" name=""/>
        <dsp:cNvSpPr/>
      </dsp:nvSpPr>
      <dsp:spPr>
        <a:xfrm>
          <a:off x="1402306" y="1383765"/>
          <a:ext cx="1097320" cy="109732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accent1">
              <a:shade val="15000"/>
            </a:schemeClr>
          </a:solidFill>
          <a:prstDash val="solid"/>
        </a:ln>
        <a:effectLst/>
        <a:sp3d z="152400" extrusionH="63500"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647A2-FBAA-4CE7-B1ED-E8A65DB7FF19}">
      <dsp:nvSpPr>
        <dsp:cNvPr id="0" name=""/>
        <dsp:cNvSpPr/>
      </dsp:nvSpPr>
      <dsp:spPr>
        <a:xfrm>
          <a:off x="0" y="20650"/>
          <a:ext cx="10131425" cy="550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 cleaning and preparation :  by </a:t>
          </a:r>
          <a:r>
            <a:rPr lang="en-US" sz="2100" kern="1200" dirty="0">
              <a:solidFill>
                <a:schemeClr val="accent5">
                  <a:lumMod val="60000"/>
                  <a:lumOff val="40000"/>
                </a:schemeClr>
              </a:solidFill>
            </a:rPr>
            <a:t>ALI ABD ALHAMID</a:t>
          </a:r>
        </a:p>
      </dsp:txBody>
      <dsp:txXfrm>
        <a:off x="26893" y="47543"/>
        <a:ext cx="10077639" cy="497119"/>
      </dsp:txXfrm>
    </dsp:sp>
    <dsp:sp modelId="{30A85F52-2B4A-4E5C-8678-8C56B3626100}">
      <dsp:nvSpPr>
        <dsp:cNvPr id="0" name=""/>
        <dsp:cNvSpPr/>
      </dsp:nvSpPr>
      <dsp:spPr>
        <a:xfrm>
          <a:off x="0" y="632035"/>
          <a:ext cx="10131425" cy="550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Time based sales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MOHAMED WAEL</a:t>
          </a:r>
        </a:p>
      </dsp:txBody>
      <dsp:txXfrm>
        <a:off x="26893" y="658928"/>
        <a:ext cx="10077639" cy="497119"/>
      </dsp:txXfrm>
    </dsp:sp>
    <dsp:sp modelId="{8C981B5E-2E8C-480B-9153-1C1F82622E64}">
      <dsp:nvSpPr>
        <dsp:cNvPr id="0" name=""/>
        <dsp:cNvSpPr/>
      </dsp:nvSpPr>
      <dsp:spPr>
        <a:xfrm>
          <a:off x="0" y="1243421"/>
          <a:ext cx="10131425" cy="550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Customer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MARINA GHATTAS</a:t>
          </a:r>
        </a:p>
      </dsp:txBody>
      <dsp:txXfrm>
        <a:off x="26893" y="1270314"/>
        <a:ext cx="10077639" cy="497119"/>
      </dsp:txXfrm>
    </dsp:sp>
    <dsp:sp modelId="{2147C359-3BCA-4ECF-830F-DCF7B957B301}">
      <dsp:nvSpPr>
        <dsp:cNvPr id="0" name=""/>
        <dsp:cNvSpPr/>
      </dsp:nvSpPr>
      <dsp:spPr>
        <a:xfrm>
          <a:off x="0" y="1854806"/>
          <a:ext cx="10131425" cy="550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Products and category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MARIANA ATEF</a:t>
          </a:r>
        </a:p>
      </dsp:txBody>
      <dsp:txXfrm>
        <a:off x="26893" y="1881699"/>
        <a:ext cx="10077639" cy="497119"/>
      </dsp:txXfrm>
    </dsp:sp>
    <dsp:sp modelId="{F839D4BA-2D17-4A4C-8FE9-66F79AE48109}">
      <dsp:nvSpPr>
        <dsp:cNvPr id="0" name=""/>
        <dsp:cNvSpPr/>
      </dsp:nvSpPr>
      <dsp:spPr>
        <a:xfrm>
          <a:off x="0" y="2466191"/>
          <a:ext cx="10131425" cy="550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Geographical sales analysis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MARTINA YOUSSRY</a:t>
          </a:r>
        </a:p>
      </dsp:txBody>
      <dsp:txXfrm>
        <a:off x="26893" y="2493084"/>
        <a:ext cx="10077639" cy="497119"/>
      </dsp:txXfrm>
    </dsp:sp>
    <dsp:sp modelId="{FD27ED96-658C-47BD-A36D-E51A17271FB9}">
      <dsp:nvSpPr>
        <dsp:cNvPr id="0" name=""/>
        <dsp:cNvSpPr/>
      </dsp:nvSpPr>
      <dsp:spPr>
        <a:xfrm>
          <a:off x="0" y="3077577"/>
          <a:ext cx="10131425" cy="5509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Summary dashboard design :  by </a:t>
          </a:r>
          <a:r>
            <a:rPr lang="en-US" sz="2300" kern="1200" dirty="0">
              <a:solidFill>
                <a:srgbClr val="DD9D31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YOUSSEF IBRAHIM</a:t>
          </a:r>
        </a:p>
      </dsp:txBody>
      <dsp:txXfrm>
        <a:off x="26893" y="3104470"/>
        <a:ext cx="10077639" cy="4971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192E5-1DD3-4BB8-B5D2-859A0EC3E246}">
      <dsp:nvSpPr>
        <dsp:cNvPr id="0" name=""/>
        <dsp:cNvSpPr/>
      </dsp:nvSpPr>
      <dsp:spPr>
        <a:xfrm>
          <a:off x="0" y="608932"/>
          <a:ext cx="10131425" cy="52767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Sales Trends Over Time</a:t>
          </a:r>
          <a:r>
            <a:rPr lang="en-US" sz="2200" b="0" i="0" kern="1200" baseline="0" dirty="0"/>
            <a:t>: Track sales growth by month or quarter.</a:t>
          </a:r>
          <a:endParaRPr lang="en-US" sz="2200" kern="1200" dirty="0"/>
        </a:p>
      </dsp:txBody>
      <dsp:txXfrm>
        <a:off x="25759" y="634691"/>
        <a:ext cx="10079907" cy="476152"/>
      </dsp:txXfrm>
    </dsp:sp>
    <dsp:sp modelId="{55B50DCF-409D-4E97-886F-6FEE4DEC2CC2}">
      <dsp:nvSpPr>
        <dsp:cNvPr id="0" name=""/>
        <dsp:cNvSpPr/>
      </dsp:nvSpPr>
      <dsp:spPr>
        <a:xfrm>
          <a:off x="0" y="0"/>
          <a:ext cx="10131425" cy="52767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6667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accent2">
                  <a:lumMod val="20000"/>
                  <a:lumOff val="80000"/>
                </a:schemeClr>
              </a:solidFill>
            </a:rPr>
            <a:t>KPIs :</a:t>
          </a:r>
          <a:r>
            <a:rPr lang="en-US" altLang="en-US" sz="2200" b="1" kern="1200" dirty="0">
              <a:solidFill>
                <a:schemeClr val="accent2">
                  <a:lumMod val="20000"/>
                  <a:lumOff val="80000"/>
                </a:schemeClr>
              </a:solidFill>
            </a:rPr>
            <a:t>Total Sales ,Total Quantity , MoM Growth, Trend direction</a:t>
          </a:r>
          <a:endParaRPr lang="en-US" sz="2200" kern="1200" dirty="0"/>
        </a:p>
      </dsp:txBody>
      <dsp:txXfrm>
        <a:off x="25759" y="25759"/>
        <a:ext cx="10079907" cy="476152"/>
      </dsp:txXfrm>
    </dsp:sp>
    <dsp:sp modelId="{7FC07A80-3606-4DD2-B15D-5AB1273A1912}">
      <dsp:nvSpPr>
        <dsp:cNvPr id="0" name=""/>
        <dsp:cNvSpPr/>
      </dsp:nvSpPr>
      <dsp:spPr>
        <a:xfrm>
          <a:off x="0" y="1202869"/>
          <a:ext cx="10131425" cy="52767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Customer Distribution by State</a:t>
          </a:r>
          <a:r>
            <a:rPr lang="en-US" sz="2200" b="0" i="0" kern="1200" baseline="0" dirty="0"/>
            <a:t>: Visualize where our customers are located globally.</a:t>
          </a:r>
          <a:endParaRPr lang="en-US" sz="2200" kern="1200" dirty="0"/>
        </a:p>
      </dsp:txBody>
      <dsp:txXfrm>
        <a:off x="25759" y="1228628"/>
        <a:ext cx="10079907" cy="476152"/>
      </dsp:txXfrm>
    </dsp:sp>
    <dsp:sp modelId="{C49D4060-4BE7-45DF-986C-F44099E54C5B}">
      <dsp:nvSpPr>
        <dsp:cNvPr id="0" name=""/>
        <dsp:cNvSpPr/>
      </dsp:nvSpPr>
      <dsp:spPr>
        <a:xfrm>
          <a:off x="0" y="1782535"/>
          <a:ext cx="10131425" cy="52767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Top Customers by Sales</a:t>
          </a:r>
          <a:r>
            <a:rPr lang="en-US" sz="2200" b="0" i="0" kern="1200" baseline="0" dirty="0"/>
            <a:t>: Highlight the customers driving the highest revenue.</a:t>
          </a:r>
          <a:endParaRPr lang="en-US" sz="2200" kern="1200" dirty="0"/>
        </a:p>
      </dsp:txBody>
      <dsp:txXfrm>
        <a:off x="25759" y="1808294"/>
        <a:ext cx="10079907" cy="476152"/>
      </dsp:txXfrm>
    </dsp:sp>
    <dsp:sp modelId="{A99359F8-ECB8-413A-936F-A815641E07A4}">
      <dsp:nvSpPr>
        <dsp:cNvPr id="0" name=""/>
        <dsp:cNvSpPr/>
      </dsp:nvSpPr>
      <dsp:spPr>
        <a:xfrm>
          <a:off x="0" y="2373565"/>
          <a:ext cx="10131425" cy="52767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 Product Performance </a:t>
          </a:r>
          <a:r>
            <a:rPr lang="en-US" sz="2200" b="0" i="0" kern="1200" baseline="0" dirty="0"/>
            <a:t>: Compare performance across different product categories.</a:t>
          </a:r>
          <a:endParaRPr lang="en-US" sz="2200" kern="1200" dirty="0"/>
        </a:p>
      </dsp:txBody>
      <dsp:txXfrm>
        <a:off x="25759" y="2399324"/>
        <a:ext cx="10079907" cy="476152"/>
      </dsp:txXfrm>
    </dsp:sp>
    <dsp:sp modelId="{44423E93-7FEF-4A2A-A1C0-7521357836FB}">
      <dsp:nvSpPr>
        <dsp:cNvPr id="0" name=""/>
        <dsp:cNvSpPr/>
      </dsp:nvSpPr>
      <dsp:spPr>
        <a:xfrm>
          <a:off x="0" y="2964595"/>
          <a:ext cx="10131425" cy="52767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33333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Quarterly Sales Analysis</a:t>
          </a:r>
          <a:r>
            <a:rPr lang="en-US" sz="2200" b="0" i="0" kern="1200" baseline="0"/>
            <a:t>: Spot patterns and growth trends over the years.</a:t>
          </a:r>
          <a:endParaRPr lang="en-US" sz="2200" kern="1200"/>
        </a:p>
      </dsp:txBody>
      <dsp:txXfrm>
        <a:off x="25759" y="2990354"/>
        <a:ext cx="10079907" cy="476152"/>
      </dsp:txXfrm>
    </dsp:sp>
    <dsp:sp modelId="{01E957D6-07FB-47B9-B4D3-2D3C30E2EDDF}">
      <dsp:nvSpPr>
        <dsp:cNvPr id="0" name=""/>
        <dsp:cNvSpPr/>
      </dsp:nvSpPr>
      <dsp:spPr>
        <a:xfrm>
          <a:off x="0" y="3555625"/>
          <a:ext cx="10131425" cy="52767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Shipping Analysis </a:t>
          </a:r>
          <a:r>
            <a:rPr lang="en-US" sz="2200" b="0" i="0" kern="1200" baseline="0" dirty="0"/>
            <a:t>: shipping Time Over Month</a:t>
          </a:r>
          <a:endParaRPr lang="en-US" sz="2200" kern="1200" dirty="0"/>
        </a:p>
      </dsp:txBody>
      <dsp:txXfrm>
        <a:off x="25759" y="3581384"/>
        <a:ext cx="10079907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9F122-7436-4AF6-B9BF-B77D91D9B0A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691AA-DC29-4C21-9CAD-277D8557F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1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691AA-DC29-4C21-9CAD-277D8557FC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08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4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46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8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7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2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3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6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1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66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0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56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64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65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2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32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0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9DF1E5-A58A-4BEF-A4D2-B5F539C7D80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33A283-EA90-4302-906A-3396FAF4E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39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microsoft.com/office/2007/relationships/diagramDrawing" Target="../diagrams/drawing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12" Type="http://schemas.openxmlformats.org/officeDocument/2006/relationships/diagramColors" Target="../diagrams/colors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diagramQuickStyle" Target="../diagrams/quickStyle2.xml"/><Relationship Id="rId5" Type="http://schemas.openxmlformats.org/officeDocument/2006/relationships/diagramColors" Target="../diagrams/colors1.xml"/><Relationship Id="rId10" Type="http://schemas.openxmlformats.org/officeDocument/2006/relationships/diagramLayout" Target="../diagrams/layout2.xml"/><Relationship Id="rId4" Type="http://schemas.openxmlformats.org/officeDocument/2006/relationships/diagramQuickStyle" Target="../diagrams/quickStyle1.xml"/><Relationship Id="rId9" Type="http://schemas.openxmlformats.org/officeDocument/2006/relationships/diagramData" Target="../diagrams/data2.xml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7534-F298-F901-C87D-216FD426E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2701879"/>
            <a:ext cx="7197726" cy="115121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Super store sales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67A87-1DC9-1293-EFAF-383BD8D4F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695" y="-76813"/>
            <a:ext cx="2249833" cy="135196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623A0-C901-00EE-C780-F41DABB16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599" y="20917"/>
            <a:ext cx="2370524" cy="1088859"/>
          </a:xfrm>
          <a:prstGeom prst="rect">
            <a:avLst/>
          </a:prstGeom>
          <a:solidFill>
            <a:schemeClr val="tx1">
              <a:lumMod val="85000"/>
              <a:alpha val="30000"/>
            </a:schemeClr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1F792-60B6-CF5C-17E1-EA1ACDF2AA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5" y="20917"/>
            <a:ext cx="1819701" cy="1088859"/>
          </a:xfrm>
          <a:prstGeom prst="rect">
            <a:avLst/>
          </a:prstGeom>
          <a:solidFill>
            <a:schemeClr val="tx1">
              <a:lumMod val="85000"/>
              <a:alpha val="30000"/>
            </a:schemeClr>
          </a:solidFill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0C8A23-3290-E784-018B-C078797ED284}"/>
              </a:ext>
            </a:extLst>
          </p:cNvPr>
          <p:cNvCxnSpPr>
            <a:cxnSpLocks/>
          </p:cNvCxnSpPr>
          <p:nvPr/>
        </p:nvCxnSpPr>
        <p:spPr>
          <a:xfrm>
            <a:off x="3801303" y="3871162"/>
            <a:ext cx="37186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15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E3D2-255F-EDC6-4B02-2F7DFAA3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C6DC97B-2BB5-3E4F-89D0-9962614B8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051629"/>
              </p:ext>
            </p:extLst>
          </p:nvPr>
        </p:nvGraphicFramePr>
        <p:xfrm>
          <a:off x="685802" y="609600"/>
          <a:ext cx="3654186" cy="1302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Content Placeholder 6" descr="List with solid fill">
            <a:extLst>
              <a:ext uri="{FF2B5EF4-FFF2-40B4-BE49-F238E27FC236}">
                <a16:creationId xmlns:a16="http://schemas.microsoft.com/office/drawing/2014/main" id="{5AA269E8-E03F-8731-5CE3-7783894B0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918089"/>
            <a:ext cx="685801" cy="685801"/>
          </a:xfr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C9A91AA-1604-9F32-A312-873BA4BAD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4261818"/>
              </p:ext>
            </p:extLst>
          </p:nvPr>
        </p:nvGraphicFramePr>
        <p:xfrm>
          <a:off x="457200" y="2300763"/>
          <a:ext cx="9164472" cy="3947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A0740C4-FC48-EEA8-D8B0-976581C396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599" y="20917"/>
            <a:ext cx="2370524" cy="1088859"/>
          </a:xfrm>
          <a:prstGeom prst="rect">
            <a:avLst/>
          </a:prstGeom>
          <a:solidFill>
            <a:schemeClr val="tx1">
              <a:lumMod val="85000"/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78196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FBD3-8279-1EBD-0A5E-8D327A460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973540"/>
          </a:xfrm>
        </p:spPr>
        <p:txBody>
          <a:bodyPr>
            <a:noAutofit/>
          </a:bodyPr>
          <a:lstStyle/>
          <a:p>
            <a:r>
              <a:rPr lang="en-US" b="1" dirty="0"/>
              <a:t>process that we do on data</a:t>
            </a:r>
            <a:br>
              <a:rPr lang="en-US" b="1" dirty="0"/>
            </a:b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5953B9-A551-2778-591A-2701515083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647856"/>
              </p:ext>
            </p:extLst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FD82D69-B0E4-3CA7-9938-9E726E8067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599" y="20917"/>
            <a:ext cx="2370524" cy="1088859"/>
          </a:xfrm>
          <a:prstGeom prst="rect">
            <a:avLst/>
          </a:prstGeom>
          <a:solidFill>
            <a:schemeClr val="tx1">
              <a:lumMod val="85000"/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53855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4552-7CCA-6C75-9760-FBD0A2C5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69EB-1794-AB9B-6C1F-FD2842DB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50709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Question’s  we answering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B446594-49A6-E81A-7903-D7A628671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821152"/>
              </p:ext>
            </p:extLst>
          </p:nvPr>
        </p:nvGraphicFramePr>
        <p:xfrm>
          <a:off x="685801" y="1698461"/>
          <a:ext cx="10131425" cy="4092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5EE7D32B-6CC1-C01E-D1AA-9F7D4E2722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599" y="20917"/>
            <a:ext cx="2370524" cy="1088859"/>
          </a:xfrm>
          <a:prstGeom prst="rect">
            <a:avLst/>
          </a:prstGeom>
          <a:solidFill>
            <a:schemeClr val="tx1">
              <a:lumMod val="85000"/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402031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51149B-7056-4F6E-5DBB-F00BAC7A3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3" t="10365" r="1366" b="4105"/>
          <a:stretch/>
        </p:blipFill>
        <p:spPr>
          <a:xfrm>
            <a:off x="134911" y="689547"/>
            <a:ext cx="11042754" cy="60410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7F33DF-797D-4B38-EABF-289AFB72D847}"/>
              </a:ext>
            </a:extLst>
          </p:cNvPr>
          <p:cNvSpPr txBox="1"/>
          <p:nvPr/>
        </p:nvSpPr>
        <p:spPr>
          <a:xfrm>
            <a:off x="2757488" y="127417"/>
            <a:ext cx="518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Row Data</a:t>
            </a:r>
          </a:p>
        </p:txBody>
      </p:sp>
    </p:spTree>
    <p:extLst>
      <p:ext uri="{BB962C8B-B14F-4D97-AF65-F5344CB8AC3E}">
        <p14:creationId xmlns:p14="http://schemas.microsoft.com/office/powerpoint/2010/main" val="259888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B875-633B-B02C-8365-DCAE5D9C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7" y="275303"/>
            <a:ext cx="10306664" cy="717755"/>
          </a:xfrm>
        </p:spPr>
        <p:txBody>
          <a:bodyPr>
            <a:normAutofit fontScale="90000"/>
          </a:bodyPr>
          <a:lstStyle/>
          <a:p>
            <a:r>
              <a:rPr lang="en-US" sz="3600" kern="1200" dirty="0"/>
              <a:t>Time-based sales analysis:  by </a:t>
            </a:r>
            <a:r>
              <a:rPr lang="en-US" sz="3600" kern="1200" dirty="0">
                <a:solidFill>
                  <a:srgbClr val="DD9D31">
                    <a:lumMod val="60000"/>
                    <a:lumOff val="40000"/>
                  </a:srgbClr>
                </a:solidFill>
                <a:latin typeface="Calibri" panose="020F0502020204030204"/>
                <a:ea typeface="+mn-ea"/>
                <a:cs typeface="+mn-cs"/>
              </a:rPr>
              <a:t>MOHAMED WAEL</a:t>
            </a:r>
            <a:br>
              <a:rPr lang="en-US" sz="3600" kern="1200" dirty="0">
                <a:solidFill>
                  <a:srgbClr val="DD9D31">
                    <a:lumMod val="60000"/>
                    <a:lumOff val="40000"/>
                  </a:srgbClr>
                </a:solidFill>
                <a:latin typeface="Calibri" panose="020F0502020204030204"/>
                <a:ea typeface="+mn-ea"/>
                <a:cs typeface="+mn-cs"/>
              </a:rPr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D67735-DD18-4C54-A933-6503AE94F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22" y="993058"/>
            <a:ext cx="5315410" cy="45979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B6A7B4-0DE3-4E87-8B75-79E090F09465}"/>
              </a:ext>
            </a:extLst>
          </p:cNvPr>
          <p:cNvSpPr txBox="1"/>
          <p:nvPr/>
        </p:nvSpPr>
        <p:spPr>
          <a:xfrm>
            <a:off x="6640616" y="906715"/>
            <a:ext cx="555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 rtl="1">
              <a:buFont typeface="Arial" panose="020B0604020202020204" pitchFamily="34" charset="0"/>
              <a:buChar char="•"/>
            </a:pPr>
            <a:r>
              <a:rPr lang="ar-EG" dirty="0"/>
              <a:t>انشاء أو استخدام جدول للتقويم</a:t>
            </a:r>
            <a:r>
              <a:rPr lang="en-US" dirty="0"/>
              <a:t>Calendar Date Table )</a:t>
            </a:r>
            <a:r>
              <a:rPr lang="ar-EG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7B9CD-8DCA-4539-B5C8-B1FC9F9883C6}"/>
              </a:ext>
            </a:extLst>
          </p:cNvPr>
          <p:cNvSpPr txBox="1"/>
          <p:nvPr/>
        </p:nvSpPr>
        <p:spPr>
          <a:xfrm>
            <a:off x="6219978" y="1314754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b="1" dirty="0"/>
              <a:t>(</a:t>
            </a:r>
            <a:r>
              <a:rPr lang="en-US" b="1" dirty="0"/>
              <a:t>Date</a:t>
            </a:r>
            <a:r>
              <a:rPr lang="ar-EG" b="1" dirty="0"/>
              <a:t>):</a:t>
            </a:r>
            <a:r>
              <a:rPr lang="ar-EG" dirty="0"/>
              <a:t> وهو التاريخ اليومي</a:t>
            </a:r>
            <a:r>
              <a:rPr lang="en-US" dirty="0"/>
              <a:t> 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7B619A-5B46-47F4-BBB9-93DCCA45D21F}"/>
              </a:ext>
            </a:extLst>
          </p:cNvPr>
          <p:cNvSpPr txBox="1"/>
          <p:nvPr/>
        </p:nvSpPr>
        <p:spPr>
          <a:xfrm>
            <a:off x="7616158" y="1840781"/>
            <a:ext cx="439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b="1" dirty="0"/>
              <a:t>Days)</a:t>
            </a:r>
            <a:r>
              <a:rPr lang="ar-EG" b="1" dirty="0"/>
              <a:t>):</a:t>
            </a:r>
            <a:r>
              <a:rPr lang="ar-EG" dirty="0"/>
              <a:t> قد يشير إلى رقم اليوم في الشهر أو في السنة.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FEC56-DE8D-4EB6-8D4F-B01F9B2237F4}"/>
              </a:ext>
            </a:extLst>
          </p:cNvPr>
          <p:cNvSpPr txBox="1"/>
          <p:nvPr/>
        </p:nvSpPr>
        <p:spPr>
          <a:xfrm>
            <a:off x="7802972" y="2366808"/>
            <a:ext cx="42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b="1" dirty="0"/>
              <a:t>(</a:t>
            </a:r>
            <a:r>
              <a:rPr lang="en-US" b="1" dirty="0" err="1"/>
              <a:t>Days_name</a:t>
            </a:r>
            <a:r>
              <a:rPr lang="ar-EG" b="1" dirty="0"/>
              <a:t>):</a:t>
            </a:r>
            <a:r>
              <a:rPr lang="ar-EG" dirty="0"/>
              <a:t> مثل الأحد، الاثنين، إلي اخره 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36AC9C-9AF4-46D1-9362-1CD7D1BBE440}"/>
              </a:ext>
            </a:extLst>
          </p:cNvPr>
          <p:cNvSpPr txBox="1"/>
          <p:nvPr/>
        </p:nvSpPr>
        <p:spPr>
          <a:xfrm>
            <a:off x="8259097" y="2920872"/>
            <a:ext cx="375208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b="1" dirty="0"/>
              <a:t>(</a:t>
            </a:r>
            <a:r>
              <a:rPr lang="en-US" b="1" dirty="0" err="1"/>
              <a:t>Month_Name</a:t>
            </a:r>
            <a:r>
              <a:rPr lang="ar-EG" b="1" dirty="0"/>
              <a:t>):</a:t>
            </a:r>
            <a:r>
              <a:rPr lang="ar-EG" dirty="0"/>
              <a:t> مثل يناير، فبراير، إلخ.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D90B66-93A0-42F6-8EAD-9E0ADFC0FD91}"/>
              </a:ext>
            </a:extLst>
          </p:cNvPr>
          <p:cNvSpPr txBox="1"/>
          <p:nvPr/>
        </p:nvSpPr>
        <p:spPr>
          <a:xfrm>
            <a:off x="8579720" y="3486604"/>
            <a:ext cx="343145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b="1" dirty="0"/>
              <a:t>(</a:t>
            </a:r>
            <a:r>
              <a:rPr lang="en-US" b="1" dirty="0" err="1"/>
              <a:t>Month_Number</a:t>
            </a:r>
            <a:r>
              <a:rPr lang="ar-EG" b="1" dirty="0"/>
              <a:t>):</a:t>
            </a:r>
            <a:r>
              <a:rPr lang="ar-EG" dirty="0"/>
              <a:t> مثل 1، 2، إلخ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FF3219-AD25-4D4D-BCA0-269D0C729288}"/>
              </a:ext>
            </a:extLst>
          </p:cNvPr>
          <p:cNvSpPr txBox="1"/>
          <p:nvPr/>
        </p:nvSpPr>
        <p:spPr>
          <a:xfrm>
            <a:off x="8477556" y="4030074"/>
            <a:ext cx="3533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b="1" dirty="0"/>
              <a:t>Quarters)</a:t>
            </a:r>
            <a:r>
              <a:rPr lang="ar-EG" b="1" dirty="0"/>
              <a:t>):</a:t>
            </a:r>
            <a:r>
              <a:rPr lang="ar-EG" dirty="0"/>
              <a:t> يشير إلى الربع السنوي (</a:t>
            </a:r>
            <a:r>
              <a:rPr lang="en-US" dirty="0"/>
              <a:t>Q1، Q2،Q3,Q4</a:t>
            </a:r>
          </a:p>
        </p:txBody>
      </p:sp>
    </p:spTree>
    <p:extLst>
      <p:ext uri="{BB962C8B-B14F-4D97-AF65-F5344CB8AC3E}">
        <p14:creationId xmlns:p14="http://schemas.microsoft.com/office/powerpoint/2010/main" val="297945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32E90-0592-4FED-A227-6430235E003F}"/>
              </a:ext>
            </a:extLst>
          </p:cNvPr>
          <p:cNvSpPr txBox="1"/>
          <p:nvPr/>
        </p:nvSpPr>
        <p:spPr>
          <a:xfrm>
            <a:off x="2389239" y="344129"/>
            <a:ext cx="6617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ar-EG" dirty="0"/>
              <a:t>هذه هي التفاصيل  لجدول </a:t>
            </a:r>
            <a:r>
              <a:rPr lang="en-US" dirty="0"/>
              <a:t>Calendar Table </a:t>
            </a:r>
            <a:r>
              <a:rPr lang="ar-EG" dirty="0"/>
              <a:t>الذي قمت بأنشائه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4AA9F-4CC3-4E3A-9C82-945EC313E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761" y="907886"/>
            <a:ext cx="9689691" cy="535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9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018E8-2335-4AA6-8C1A-88A6CEF01449}"/>
              </a:ext>
            </a:extLst>
          </p:cNvPr>
          <p:cNvSpPr txBox="1"/>
          <p:nvPr/>
        </p:nvSpPr>
        <p:spPr>
          <a:xfrm>
            <a:off x="3136490" y="186812"/>
            <a:ext cx="56732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ar-DZ" sz="2400" b="1" i="1" dirty="0"/>
              <a:t>عرض ما قمت به بناء علي </a:t>
            </a:r>
            <a:r>
              <a:rPr lang="en-US" sz="2400" b="1" i="1" dirty="0"/>
              <a:t>Time based on Sales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78CD7-7347-41F2-A0CC-82AD6027C644}"/>
              </a:ext>
            </a:extLst>
          </p:cNvPr>
          <p:cNvSpPr txBox="1"/>
          <p:nvPr/>
        </p:nvSpPr>
        <p:spPr>
          <a:xfrm>
            <a:off x="4119714" y="1017809"/>
            <a:ext cx="8072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Ø"/>
            </a:pPr>
            <a:r>
              <a:rPr lang="ar-EG" dirty="0"/>
              <a:t> الصورة فيها تحليل للوقت، وبتعرض حاجتين أساسيتين عن المبيعات على مدار سنين مختلفة من 2015 لحد 2019: إجمالي المبيعات ومبيعات السنة اللي فاتت. البيانات دي معروضة بطريقتين مختلفتين عشان نقدر نشوفها ونقارنها بسهولة.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CBD11-0F34-454F-8C2E-7C8247728D2E}"/>
              </a:ext>
            </a:extLst>
          </p:cNvPr>
          <p:cNvSpPr txBox="1"/>
          <p:nvPr/>
        </p:nvSpPr>
        <p:spPr>
          <a:xfrm>
            <a:off x="4168877" y="2096075"/>
            <a:ext cx="8023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b="1" dirty="0"/>
              <a:t>1)الطريقة الأولى: الأعمدة البيانية : لاحظنا هنا ان 2016 بمقارنتها مع 2015 حصل عجز في المبيعات بقيمه 20,420$ </a:t>
            </a:r>
          </a:p>
          <a:p>
            <a:pPr algn="r" rtl="1"/>
            <a:r>
              <a:rPr lang="ar-EG" b="1" dirty="0"/>
              <a:t>تاني حاجه هي اننا قدرنا نحقق مبيعات في 2017 علي من 2016 حوالي 140,756$</a:t>
            </a:r>
          </a:p>
          <a:p>
            <a:pPr algn="r" rtl="1"/>
            <a:r>
              <a:rPr lang="ar-EG" b="1" dirty="0"/>
              <a:t>ونفس الشيء حصل في 2018 مع مقارنتها ب 2017 بمبيعات تقدر ب 121,859$</a:t>
            </a:r>
          </a:p>
          <a:p>
            <a:pPr algn="r" rtl="1"/>
            <a:r>
              <a:rPr lang="ar-EG" dirty="0"/>
              <a:t>واخر شيء هي ان 2019 تقدر بنفس المبيعات 2018 بسبب ان التواريخ المطلوبة هي من 2015 ل 2018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614EF-9F24-4422-82EC-2D88577D751D}"/>
              </a:ext>
            </a:extLst>
          </p:cNvPr>
          <p:cNvSpPr txBox="1"/>
          <p:nvPr/>
        </p:nvSpPr>
        <p:spPr>
          <a:xfrm>
            <a:off x="5024284" y="3942735"/>
            <a:ext cx="7157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dirty="0"/>
              <a:t>2) </a:t>
            </a:r>
            <a:r>
              <a:rPr lang="ar-EG" b="1" dirty="0"/>
              <a:t>الطريقة الثانية: الخطوط البيانية:  هي تعتبر مشابهه الأعمدة البيانية ولكن فقط مع اختلاف طريقه العرض ب استخدام </a:t>
            </a:r>
            <a:r>
              <a:rPr lang="en-US" b="1" dirty="0"/>
              <a:t>Line Charts</a:t>
            </a:r>
            <a:r>
              <a:rPr lang="ar-EG" b="1" dirty="0"/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EE662-95C3-4EE4-BC35-9BEB6CD7243C}"/>
              </a:ext>
            </a:extLst>
          </p:cNvPr>
          <p:cNvSpPr txBox="1"/>
          <p:nvPr/>
        </p:nvSpPr>
        <p:spPr>
          <a:xfrm>
            <a:off x="5751871" y="5530086"/>
            <a:ext cx="644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ar-EG" b="1" dirty="0"/>
              <a:t>بشكل عام، الصورة دي تساعدنا نفهم أداء المبيعات على مر السنين ومقارنة الأداء الحالي بالسنة اللي فاتت.</a:t>
            </a:r>
            <a:r>
              <a:rPr lang="ar-EG" dirty="0"/>
              <a:t> لو عندك أي سؤال محدد عن أي جزء في الصورة، أنا موجود!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3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FF6735-6577-4E33-A2DA-0C118B576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14519"/>
            <a:ext cx="11867535" cy="5543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A12679-137B-4653-9C02-3004B827A700}"/>
              </a:ext>
            </a:extLst>
          </p:cNvPr>
          <p:cNvSpPr txBox="1"/>
          <p:nvPr/>
        </p:nvSpPr>
        <p:spPr>
          <a:xfrm>
            <a:off x="1533832" y="206523"/>
            <a:ext cx="89178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ar-EG" sz="2400" b="1" dirty="0"/>
              <a:t>بشكل عام، الصورة دي تساعدنا نفهم أداء المبيعات على مر السنين ومقارنة الأداء الحالي بالسنة اللي فاتت.</a:t>
            </a:r>
            <a:r>
              <a:rPr lang="ar-EG" sz="2400" dirty="0"/>
              <a:t> </a:t>
            </a:r>
            <a:endParaRPr lang="en-US" sz="2400" dirty="0"/>
          </a:p>
          <a:p>
            <a:pPr marL="285750" indent="-285750" algn="r" rtl="1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280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0441FE-5D4F-4738-9548-CD9F1CA82926}"/>
              </a:ext>
            </a:extLst>
          </p:cNvPr>
          <p:cNvSpPr txBox="1"/>
          <p:nvPr/>
        </p:nvSpPr>
        <p:spPr>
          <a:xfrm>
            <a:off x="3382297" y="176981"/>
            <a:ext cx="8701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ar-EG" sz="2000" dirty="0"/>
              <a:t>وفي الصورة  اللي بعد هذه الصفحة تعرض البيانات بناء علي الشهور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5E6376-C59B-4BA3-9B27-803A6FD68F6D}"/>
              </a:ext>
            </a:extLst>
          </p:cNvPr>
          <p:cNvSpPr txBox="1"/>
          <p:nvPr/>
        </p:nvSpPr>
        <p:spPr>
          <a:xfrm>
            <a:off x="5683045" y="750961"/>
            <a:ext cx="64008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اول حاجه بدأت بيها هي رسم ال </a:t>
            </a:r>
            <a:r>
              <a:rPr lang="en-US" dirty="0"/>
              <a:t>Area Charts</a:t>
            </a:r>
            <a:r>
              <a:rPr lang="ar-EG" dirty="0"/>
              <a:t>عشان اقدر أوضح المقارنة بين الشهور خلال السنين  ومن خلال الرسمة وجدت ان اعلي شهر محقق اعلي مبيعات هو شهر </a:t>
            </a:r>
            <a:r>
              <a:rPr lang="en-US" dirty="0"/>
              <a:t> November </a:t>
            </a:r>
            <a:r>
              <a:rPr lang="ar-DZ" dirty="0"/>
              <a:t>بقيمه </a:t>
            </a:r>
            <a:r>
              <a:rPr lang="en-US" dirty="0"/>
              <a:t>350,161.71$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ومن الشهور نلاقي عندنا في 2015 بدانا الشهر ب 14000 وقدرنا نوصل في اخر السنه  68,167$ 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وكمان في 2016 بدانا بمبيعات تقدر ب 18000 في يناير ووصلنا ل 75,000$ في نهاية السنه 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وفي 2017 بدانا بردو حوالي 19000$ واخر السنه ب 96000$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واخر سنه هي 2018 كانت بداية هي ب 43000$ حتي وصلنا لأخر الشهر ب 83000$</a:t>
            </a:r>
          </a:p>
          <a:p>
            <a:pPr marL="342900" indent="-342900" algn="r" rtl="1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28AC1-850E-45DA-9AB6-6AAFBAF51A57}"/>
              </a:ext>
            </a:extLst>
          </p:cNvPr>
          <p:cNvSpPr txBox="1"/>
          <p:nvPr/>
        </p:nvSpPr>
        <p:spPr>
          <a:xfrm>
            <a:off x="3490451" y="3875135"/>
            <a:ext cx="8701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dirty="0"/>
              <a:t>6. تاني شيء استخدمته هنا هو الجدول التفصيلي عشان  اقدر اعرض كل شهر حقق مبيعات قد أي مع استخدام داله </a:t>
            </a:r>
            <a:r>
              <a:rPr lang="en-US" dirty="0"/>
              <a:t>YTD </a:t>
            </a:r>
            <a:r>
              <a:rPr lang="ar-EG" dirty="0"/>
              <a:t>عشان اجمع كل شهر باللي قبله وده يقدر يساعد أي حد لو محتاج يعرف هو حقق مبيعات قد أي في 3 شهور او اكتر  او اقل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CE6C7-72F1-4C1B-B923-F792D1484E65}"/>
              </a:ext>
            </a:extLst>
          </p:cNvPr>
          <p:cNvSpPr txBox="1"/>
          <p:nvPr/>
        </p:nvSpPr>
        <p:spPr>
          <a:xfrm>
            <a:off x="5171768" y="5183709"/>
            <a:ext cx="6912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dirty="0"/>
              <a:t>7. اخر شيء هو</a:t>
            </a:r>
            <a:r>
              <a:rPr lang="en-US" dirty="0"/>
              <a:t>bar Chart</a:t>
            </a:r>
            <a:r>
              <a:rPr lang="ar-EG" dirty="0"/>
              <a:t> عشان اقدر اقارن بردو بين الشهر الحالي بالشهر اللي فات واستخدمت داله </a:t>
            </a:r>
            <a:r>
              <a:rPr lang="en-US" dirty="0"/>
              <a:t>Date Add </a:t>
            </a:r>
            <a:r>
              <a:rPr lang="ar-EG" dirty="0"/>
              <a:t> عشان اقدر احدد ال </a:t>
            </a:r>
            <a:r>
              <a:rPr lang="en-US" dirty="0"/>
              <a:t>intervals </a:t>
            </a:r>
            <a:r>
              <a:rPr lang="ar-EG" dirty="0"/>
              <a:t> اللي عازوها وكمان اقدر اقارن بينهم. </a:t>
            </a:r>
          </a:p>
        </p:txBody>
      </p:sp>
    </p:spTree>
    <p:extLst>
      <p:ext uri="{BB962C8B-B14F-4D97-AF65-F5344CB8AC3E}">
        <p14:creationId xmlns:p14="http://schemas.microsoft.com/office/powerpoint/2010/main" val="78961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9B8E9A-B9CA-4BAC-B89D-73E77A5E6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8026"/>
            <a:ext cx="12192000" cy="55368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BB9E03-132F-40B1-AFD2-E4FEFC41CCC8}"/>
              </a:ext>
            </a:extLst>
          </p:cNvPr>
          <p:cNvSpPr txBox="1"/>
          <p:nvPr/>
        </p:nvSpPr>
        <p:spPr>
          <a:xfrm>
            <a:off x="1101213" y="396911"/>
            <a:ext cx="9625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ar-EG" dirty="0"/>
              <a:t>شكل عام، الصورة دي بتوفر تحليل مفصل لأداء المبيعات على مدار شهور السنة، وتقارن الأداء الشهري بالشهر اللي سبقه، بالإضافة لتوضيح التراكم السنوي للمبيعات.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619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BBF1-A1C5-4230-8D4C-FA3C102F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840" y="147483"/>
            <a:ext cx="10131425" cy="1101213"/>
          </a:xfrm>
        </p:spPr>
        <p:txBody>
          <a:bodyPr>
            <a:norm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ar-EG" sz="2000" dirty="0"/>
              <a:t>الصورة الأخيرة دي بتقدم تحليل للمبيعات على أساس ربع سنوي (كل 3 شهور مع بعض)، وتقارن بين إجمالي المبيعات ومبيعات الربع اللي فات لكل ربع سنة. البيانات معروضة هنا برضه بطريقتين مختلفتين وجدول تفصيلي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96101-1490-4A1B-BDD3-7AD574BFEE6F}"/>
              </a:ext>
            </a:extLst>
          </p:cNvPr>
          <p:cNvSpPr txBox="1"/>
          <p:nvPr/>
        </p:nvSpPr>
        <p:spPr>
          <a:xfrm>
            <a:off x="5073445" y="1410929"/>
            <a:ext cx="7020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استخدمت هنا ال و </a:t>
            </a:r>
            <a:r>
              <a:rPr lang="en-US" dirty="0"/>
              <a:t>Bar Chart, Area Chart </a:t>
            </a:r>
            <a:r>
              <a:rPr lang="ar-EG" dirty="0"/>
              <a:t>عشان اقارن المبيعات على أساس ربع سنوي وعشان اقدر اجيب المقارنة بينهم ف استخدمت داله </a:t>
            </a:r>
            <a:r>
              <a:rPr lang="en-US" dirty="0"/>
              <a:t>Date Add </a:t>
            </a:r>
            <a:r>
              <a:rPr lang="ar-EG" dirty="0"/>
              <a:t>ولكن خليت ال </a:t>
            </a:r>
            <a:r>
              <a:rPr lang="en-US" dirty="0"/>
              <a:t>intervals </a:t>
            </a:r>
            <a:r>
              <a:rPr lang="ar-EG" dirty="0"/>
              <a:t>عندي يكون </a:t>
            </a:r>
            <a:r>
              <a:rPr lang="ar-DZ" dirty="0"/>
              <a:t>بناء علي </a:t>
            </a:r>
            <a:r>
              <a:rPr lang="en-US" dirty="0"/>
              <a:t>Quarters</a:t>
            </a:r>
            <a:endParaRPr lang="ar-EG" dirty="0"/>
          </a:p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ف عندنا </a:t>
            </a:r>
            <a:r>
              <a:rPr lang="en-US" dirty="0"/>
              <a:t>Q1 </a:t>
            </a:r>
            <a:r>
              <a:rPr lang="ar-EG" dirty="0"/>
              <a:t> في سنه 2015 كان ب 74000 وفضل في تزايد مستمر لحد </a:t>
            </a:r>
            <a:r>
              <a:rPr lang="en-US" dirty="0"/>
              <a:t>Q4</a:t>
            </a:r>
            <a:r>
              <a:rPr lang="ar-EG" dirty="0"/>
              <a:t> ووصلنا ل 178000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ar-EG" dirty="0"/>
              <a:t>ونفس الكلام في كل سنه بناء علي </a:t>
            </a:r>
            <a:r>
              <a:rPr lang="en-US" dirty="0"/>
              <a:t>Quarters </a:t>
            </a:r>
            <a:r>
              <a:rPr lang="ar-EG" dirty="0"/>
              <a:t> كان دايما المبيعات ترتفع من </a:t>
            </a:r>
            <a:r>
              <a:rPr lang="en-US" dirty="0"/>
              <a:t>Q1 </a:t>
            </a:r>
            <a:r>
              <a:rPr lang="ar-DZ" dirty="0"/>
              <a:t> لحد </a:t>
            </a:r>
            <a:r>
              <a:rPr lang="en-US" dirty="0"/>
              <a:t>Q4 </a:t>
            </a:r>
            <a:endParaRPr lang="ar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C294A-BDDC-4B7C-85B0-EEE846D20046}"/>
              </a:ext>
            </a:extLst>
          </p:cNvPr>
          <p:cNvSpPr txBox="1"/>
          <p:nvPr/>
        </p:nvSpPr>
        <p:spPr>
          <a:xfrm>
            <a:off x="5203007" y="3913239"/>
            <a:ext cx="6784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/>
              <a:t>4</a:t>
            </a:r>
            <a:r>
              <a:rPr lang="ar-EG" dirty="0"/>
              <a:t>.  الجدول البياني  بتعرض إجمالي المبيعات لكل سنة</a:t>
            </a:r>
            <a:r>
              <a:rPr lang="en-US" dirty="0"/>
              <a:t>   </a:t>
            </a:r>
            <a:r>
              <a:rPr lang="ar-EG" dirty="0"/>
              <a:t>والفرق بين إجمالي مبيعات السنة وأداء آخر ربع فيها واخر شيء هو عرض  توزيع المبيعات على مدار أرباع كل سنة ومقارنة أداء كل ربع بالربع اللي سبقه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903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4AF203-047B-4027-8601-7FF7B0DE4EB2}"/>
              </a:ext>
            </a:extLst>
          </p:cNvPr>
          <p:cNvSpPr txBox="1"/>
          <p:nvPr/>
        </p:nvSpPr>
        <p:spPr>
          <a:xfrm>
            <a:off x="1730478" y="162508"/>
            <a:ext cx="8721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ar-EG" b="1" dirty="0"/>
              <a:t>بشكل عام، الصورة دي توضح أداء المبيعات على أساس ربع سنوي وتقارن الأداء الحالي بالربع اللي سبقه، وده بيساعد في فهم التوجهات الموسمية أو الدورية في المبيعات.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C9E49-1355-46F0-97C2-3CB04D6D2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057"/>
            <a:ext cx="12192000" cy="58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93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2313</TotalTime>
  <Words>834</Words>
  <Application>Microsoft Office PowerPoint</Application>
  <PresentationFormat>Widescreen</PresentationFormat>
  <Paragraphs>55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Celestial</vt:lpstr>
      <vt:lpstr>Super store sales </vt:lpstr>
      <vt:lpstr>PowerPoint Presentation</vt:lpstr>
      <vt:lpstr>process that we do on data </vt:lpstr>
      <vt:lpstr>Question’s  we answering</vt:lpstr>
      <vt:lpstr>PowerPoint Presentation</vt:lpstr>
      <vt:lpstr>Time-based sales analysis:  by MOHAMED WAEL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الصورة الأخيرة دي بتقدم تحليل للمبيعات على أساس ربع سنوي (كل 3 شهور مع بعض)، وتقارن بين إجمالي المبيعات ومبيعات الربع اللي فات لكل ربع سنة. البيانات معروضة هنا برضه بطريقتين مختلفتين وجدول تفصيلي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store sales</dc:title>
  <dc:creator>ALI ABDEL HAMID</dc:creator>
  <cp:lastModifiedBy>Mohammed.Wael</cp:lastModifiedBy>
  <cp:revision>55</cp:revision>
  <dcterms:created xsi:type="dcterms:W3CDTF">2025-04-13T09:56:11Z</dcterms:created>
  <dcterms:modified xsi:type="dcterms:W3CDTF">2025-05-01T16:23:53Z</dcterms:modified>
</cp:coreProperties>
</file>